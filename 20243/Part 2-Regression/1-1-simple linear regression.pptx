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455" r:id="rId5"/>
    <p:sldId id="478" r:id="rId6"/>
    <p:sldId id="257" r:id="rId7"/>
    <p:sldId id="477" r:id="rId8"/>
    <p:sldId id="457" r:id="rId9"/>
    <p:sldId id="458" r:id="rId10"/>
    <p:sldId id="459" r:id="rId11"/>
    <p:sldId id="479" r:id="rId12"/>
    <p:sldId id="480" r:id="rId13"/>
    <p:sldId id="484" r:id="rId14"/>
    <p:sldId id="481" r:id="rId15"/>
    <p:sldId id="461" r:id="rId16"/>
    <p:sldId id="462" r:id="rId17"/>
    <p:sldId id="482" r:id="rId18"/>
    <p:sldId id="483" r:id="rId19"/>
    <p:sldId id="463" r:id="rId20"/>
    <p:sldId id="465" r:id="rId21"/>
    <p:sldId id="464" r:id="rId22"/>
    <p:sldId id="466" r:id="rId23"/>
    <p:sldId id="476" r:id="rId24"/>
    <p:sldId id="45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1A7FAA-B398-4429-9FC2-656B0895AF0F}" v="51" dt="2025-07-16T08:30:59.062"/>
    <p1510:client id="{F585A28F-34F7-4D28-B641-78252DAB29E0}" v="1" dt="2025-07-16T09:16:07.771"/>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55" d="100"/>
          <a:sy n="155" d="100"/>
        </p:scale>
        <p:origin x="390"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D3520BFC-89CF-4CB5-8BC6-02854ED6C636}"/>
    <pc:docChg chg="undo custSel addSld delSld modSld modMainMaster">
      <pc:chgData name="Mohammed Fasha" userId="cc64f42d-a1a6-4f08-b97b-0c37f877119f" providerId="ADAL" clId="{D3520BFC-89CF-4CB5-8BC6-02854ED6C636}" dt="2024-10-16T09:49:25.572" v="384"/>
      <pc:docMkLst>
        <pc:docMk/>
      </pc:docMkLst>
      <pc:sldChg chg="modSp">
        <pc:chgData name="Mohammed Fasha" userId="cc64f42d-a1a6-4f08-b97b-0c37f877119f" providerId="ADAL" clId="{D3520BFC-89CF-4CB5-8BC6-02854ED6C636}" dt="2024-10-16T09:27:15.806" v="128" actId="1076"/>
        <pc:sldMkLst>
          <pc:docMk/>
          <pc:sldMk cId="706735111" sldId="258"/>
        </pc:sldMkLst>
      </pc:sldChg>
      <pc:sldChg chg="modSp mod">
        <pc:chgData name="Mohammed Fasha" userId="cc64f42d-a1a6-4f08-b97b-0c37f877119f" providerId="ADAL" clId="{D3520BFC-89CF-4CB5-8BC6-02854ED6C636}" dt="2024-10-16T09:44:32.790" v="325" actId="27636"/>
        <pc:sldMkLst>
          <pc:docMk/>
          <pc:sldMk cId="4289469650" sldId="261"/>
        </pc:sldMkLst>
      </pc:sldChg>
      <pc:sldChg chg="addSp delSp modSp mod">
        <pc:chgData name="Mohammed Fasha" userId="cc64f42d-a1a6-4f08-b97b-0c37f877119f" providerId="ADAL" clId="{D3520BFC-89CF-4CB5-8BC6-02854ED6C636}" dt="2024-10-16T09:28:12.841" v="142" actId="1076"/>
        <pc:sldMkLst>
          <pc:docMk/>
          <pc:sldMk cId="4130133658" sldId="262"/>
        </pc:sldMkLst>
      </pc:sldChg>
      <pc:sldChg chg="addSp delSp modSp mod chgLayout">
        <pc:chgData name="Mohammed Fasha" userId="cc64f42d-a1a6-4f08-b97b-0c37f877119f" providerId="ADAL" clId="{D3520BFC-89CF-4CB5-8BC6-02854ED6C636}" dt="2024-10-16T09:43:01.102" v="281" actId="14100"/>
        <pc:sldMkLst>
          <pc:docMk/>
          <pc:sldMk cId="2611575643" sldId="264"/>
        </pc:sldMkLst>
      </pc:sldChg>
      <pc:sldChg chg="modSp mod">
        <pc:chgData name="Mohammed Fasha" userId="cc64f42d-a1a6-4f08-b97b-0c37f877119f" providerId="ADAL" clId="{D3520BFC-89CF-4CB5-8BC6-02854ED6C636}" dt="2024-10-16T09:24:41.861" v="53" actId="14100"/>
        <pc:sldMkLst>
          <pc:docMk/>
          <pc:sldMk cId="3898002179" sldId="275"/>
        </pc:sldMkLst>
      </pc:sldChg>
      <pc:sldChg chg="addSp delSp modSp mod">
        <pc:chgData name="Mohammed Fasha" userId="cc64f42d-a1a6-4f08-b97b-0c37f877119f" providerId="ADAL" clId="{D3520BFC-89CF-4CB5-8BC6-02854ED6C636}" dt="2024-10-16T09:24:38.381" v="52" actId="27636"/>
        <pc:sldMkLst>
          <pc:docMk/>
          <pc:sldMk cId="1503352162" sldId="276"/>
        </pc:sldMkLst>
      </pc:sldChg>
      <pc:sldChg chg="modSp mod">
        <pc:chgData name="Mohammed Fasha" userId="cc64f42d-a1a6-4f08-b97b-0c37f877119f" providerId="ADAL" clId="{D3520BFC-89CF-4CB5-8BC6-02854ED6C636}" dt="2024-10-16T09:48:50.906" v="382"/>
        <pc:sldMkLst>
          <pc:docMk/>
          <pc:sldMk cId="1260131707" sldId="277"/>
        </pc:sldMkLst>
      </pc:sldChg>
      <pc:sldChg chg="modSp mod">
        <pc:chgData name="Mohammed Fasha" userId="cc64f42d-a1a6-4f08-b97b-0c37f877119f" providerId="ADAL" clId="{D3520BFC-89CF-4CB5-8BC6-02854ED6C636}" dt="2024-10-16T09:47:08.623" v="367" actId="179"/>
        <pc:sldMkLst>
          <pc:docMk/>
          <pc:sldMk cId="1324937023" sldId="280"/>
        </pc:sldMkLst>
      </pc:sldChg>
      <pc:sldChg chg="modSp mod">
        <pc:chgData name="Mohammed Fasha" userId="cc64f42d-a1a6-4f08-b97b-0c37f877119f" providerId="ADAL" clId="{D3520BFC-89CF-4CB5-8BC6-02854ED6C636}" dt="2024-10-16T09:44:54.951" v="335" actId="6549"/>
        <pc:sldMkLst>
          <pc:docMk/>
          <pc:sldMk cId="4085727926" sldId="281"/>
        </pc:sldMkLst>
      </pc:sldChg>
      <pc:sldChg chg="modSp mod">
        <pc:chgData name="Mohammed Fasha" userId="cc64f42d-a1a6-4f08-b97b-0c37f877119f" providerId="ADAL" clId="{D3520BFC-89CF-4CB5-8BC6-02854ED6C636}" dt="2024-10-16T09:49:20.342" v="383"/>
        <pc:sldMkLst>
          <pc:docMk/>
          <pc:sldMk cId="156012141" sldId="282"/>
        </pc:sldMkLst>
      </pc:sldChg>
      <pc:sldChg chg="delSp modSp mod">
        <pc:chgData name="Mohammed Fasha" userId="cc64f42d-a1a6-4f08-b97b-0c37f877119f" providerId="ADAL" clId="{D3520BFC-89CF-4CB5-8BC6-02854ED6C636}" dt="2024-10-16T09:49:25.572" v="384"/>
        <pc:sldMkLst>
          <pc:docMk/>
          <pc:sldMk cId="248623450" sldId="284"/>
        </pc:sldMkLst>
      </pc:sldChg>
      <pc:sldChg chg="addSp modSp add mod">
        <pc:chgData name="Mohammed Fasha" userId="cc64f42d-a1a6-4f08-b97b-0c37f877119f" providerId="ADAL" clId="{D3520BFC-89CF-4CB5-8BC6-02854ED6C636}" dt="2024-10-16T09:31:53.226" v="265" actId="20577"/>
        <pc:sldMkLst>
          <pc:docMk/>
          <pc:sldMk cId="1489447582" sldId="455"/>
        </pc:sldMkLst>
      </pc:sldChg>
      <pc:sldMasterChg chg="addSp modSp modSldLayout">
        <pc:chgData name="Mohammed Fasha" userId="cc64f42d-a1a6-4f08-b97b-0c37f877119f" providerId="ADAL" clId="{D3520BFC-89CF-4CB5-8BC6-02854ED6C636}" dt="2024-10-16T09:31:03.810" v="239" actId="14100"/>
        <pc:sldMasterMkLst>
          <pc:docMk/>
          <pc:sldMasterMk cId="2573801746" sldId="2147483648"/>
        </pc:sldMasterMkLst>
        <pc:sldLayoutChg chg="addSp modSp">
          <pc:chgData name="Mohammed Fasha" userId="cc64f42d-a1a6-4f08-b97b-0c37f877119f" providerId="ADAL" clId="{D3520BFC-89CF-4CB5-8BC6-02854ED6C636}" dt="2024-10-16T09:26:29.266" v="116"/>
          <pc:sldLayoutMkLst>
            <pc:docMk/>
            <pc:sldMasterMk cId="2573801746" sldId="2147483648"/>
            <pc:sldLayoutMk cId="1871815692" sldId="2147483649"/>
          </pc:sldLayoutMkLst>
        </pc:sldLayoutChg>
        <pc:sldLayoutChg chg="modSp mod">
          <pc:chgData name="Mohammed Fasha" userId="cc64f42d-a1a6-4f08-b97b-0c37f877119f" providerId="ADAL" clId="{D3520BFC-89CF-4CB5-8BC6-02854ED6C636}" dt="2024-10-16T09:31:03.810" v="239" actId="14100"/>
          <pc:sldLayoutMkLst>
            <pc:docMk/>
            <pc:sldMasterMk cId="2573801746" sldId="2147483648"/>
            <pc:sldLayoutMk cId="3033015503" sldId="2147483650"/>
          </pc:sldLayoutMkLst>
        </pc:sldLayoutChg>
      </pc:sldMasterChg>
    </pc:docChg>
  </pc:docChgLst>
  <pc:docChgLst>
    <pc:chgData name="Mohammed Fasha" userId="cc64f42d-a1a6-4f08-b97b-0c37f877119f" providerId="ADAL" clId="{6B515210-E3E2-4B4B-BC10-968DB84AFC83}"/>
    <pc:docChg chg="undo custSel addSld delSld modSld sldOrd modMainMaster">
      <pc:chgData name="Mohammed Fasha" userId="cc64f42d-a1a6-4f08-b97b-0c37f877119f" providerId="ADAL" clId="{6B515210-E3E2-4B4B-BC10-968DB84AFC83}" dt="2025-03-12T03:08:53.710" v="1713" actId="20577"/>
      <pc:docMkLst>
        <pc:docMk/>
      </pc:docMkLst>
      <pc:sldChg chg="addSp delSp modSp mod chgLayout">
        <pc:chgData name="Mohammed Fasha" userId="cc64f42d-a1a6-4f08-b97b-0c37f877119f" providerId="ADAL" clId="{6B515210-E3E2-4B4B-BC10-968DB84AFC83}" dt="2025-03-12T02:44:50.431" v="832"/>
        <pc:sldMkLst>
          <pc:docMk/>
          <pc:sldMk cId="1162554463" sldId="257"/>
        </pc:sldMkLst>
      </pc:sldChg>
      <pc:sldChg chg="del">
        <pc:chgData name="Mohammed Fasha" userId="cc64f42d-a1a6-4f08-b97b-0c37f877119f" providerId="ADAL" clId="{6B515210-E3E2-4B4B-BC10-968DB84AFC83}" dt="2025-03-12T01:34:08.372" v="83" actId="2696"/>
        <pc:sldMkLst>
          <pc:docMk/>
          <pc:sldMk cId="706735111" sldId="258"/>
        </pc:sldMkLst>
      </pc:sldChg>
      <pc:sldChg chg="del">
        <pc:chgData name="Mohammed Fasha" userId="cc64f42d-a1a6-4f08-b97b-0c37f877119f" providerId="ADAL" clId="{6B515210-E3E2-4B4B-BC10-968DB84AFC83}" dt="2025-03-12T01:34:08.372" v="83" actId="2696"/>
        <pc:sldMkLst>
          <pc:docMk/>
          <pc:sldMk cId="4289469650" sldId="261"/>
        </pc:sldMkLst>
      </pc:sldChg>
      <pc:sldChg chg="del">
        <pc:chgData name="Mohammed Fasha" userId="cc64f42d-a1a6-4f08-b97b-0c37f877119f" providerId="ADAL" clId="{6B515210-E3E2-4B4B-BC10-968DB84AFC83}" dt="2025-03-12T01:34:08.372" v="83" actId="2696"/>
        <pc:sldMkLst>
          <pc:docMk/>
          <pc:sldMk cId="4130133658" sldId="262"/>
        </pc:sldMkLst>
      </pc:sldChg>
      <pc:sldChg chg="del">
        <pc:chgData name="Mohammed Fasha" userId="cc64f42d-a1a6-4f08-b97b-0c37f877119f" providerId="ADAL" clId="{6B515210-E3E2-4B4B-BC10-968DB84AFC83}" dt="2025-03-12T01:34:08.372" v="83" actId="2696"/>
        <pc:sldMkLst>
          <pc:docMk/>
          <pc:sldMk cId="4074862586" sldId="263"/>
        </pc:sldMkLst>
      </pc:sldChg>
      <pc:sldChg chg="del">
        <pc:chgData name="Mohammed Fasha" userId="cc64f42d-a1a6-4f08-b97b-0c37f877119f" providerId="ADAL" clId="{6B515210-E3E2-4B4B-BC10-968DB84AFC83}" dt="2025-03-12T01:34:08.372" v="83" actId="2696"/>
        <pc:sldMkLst>
          <pc:docMk/>
          <pc:sldMk cId="2611575643" sldId="264"/>
        </pc:sldMkLst>
      </pc:sldChg>
      <pc:sldChg chg="del">
        <pc:chgData name="Mohammed Fasha" userId="cc64f42d-a1a6-4f08-b97b-0c37f877119f" providerId="ADAL" clId="{6B515210-E3E2-4B4B-BC10-968DB84AFC83}" dt="2025-03-12T01:34:08.372" v="83" actId="2696"/>
        <pc:sldMkLst>
          <pc:docMk/>
          <pc:sldMk cId="335199774" sldId="265"/>
        </pc:sldMkLst>
      </pc:sldChg>
      <pc:sldChg chg="del">
        <pc:chgData name="Mohammed Fasha" userId="cc64f42d-a1a6-4f08-b97b-0c37f877119f" providerId="ADAL" clId="{6B515210-E3E2-4B4B-BC10-968DB84AFC83}" dt="2025-03-12T01:34:08.372" v="83" actId="2696"/>
        <pc:sldMkLst>
          <pc:docMk/>
          <pc:sldMk cId="2810357117" sldId="266"/>
        </pc:sldMkLst>
      </pc:sldChg>
      <pc:sldChg chg="del">
        <pc:chgData name="Mohammed Fasha" userId="cc64f42d-a1a6-4f08-b97b-0c37f877119f" providerId="ADAL" clId="{6B515210-E3E2-4B4B-BC10-968DB84AFC83}" dt="2025-03-12T01:34:08.372" v="83" actId="2696"/>
        <pc:sldMkLst>
          <pc:docMk/>
          <pc:sldMk cId="2433706687" sldId="267"/>
        </pc:sldMkLst>
      </pc:sldChg>
      <pc:sldChg chg="del">
        <pc:chgData name="Mohammed Fasha" userId="cc64f42d-a1a6-4f08-b97b-0c37f877119f" providerId="ADAL" clId="{6B515210-E3E2-4B4B-BC10-968DB84AFC83}" dt="2025-03-12T01:34:08.372" v="83" actId="2696"/>
        <pc:sldMkLst>
          <pc:docMk/>
          <pc:sldMk cId="4051642265" sldId="268"/>
        </pc:sldMkLst>
      </pc:sldChg>
      <pc:sldChg chg="del">
        <pc:chgData name="Mohammed Fasha" userId="cc64f42d-a1a6-4f08-b97b-0c37f877119f" providerId="ADAL" clId="{6B515210-E3E2-4B4B-BC10-968DB84AFC83}" dt="2025-03-12T01:34:08.372" v="83" actId="2696"/>
        <pc:sldMkLst>
          <pc:docMk/>
          <pc:sldMk cId="87410777" sldId="269"/>
        </pc:sldMkLst>
      </pc:sldChg>
      <pc:sldChg chg="del">
        <pc:chgData name="Mohammed Fasha" userId="cc64f42d-a1a6-4f08-b97b-0c37f877119f" providerId="ADAL" clId="{6B515210-E3E2-4B4B-BC10-968DB84AFC83}" dt="2025-03-12T01:34:08.372" v="83" actId="2696"/>
        <pc:sldMkLst>
          <pc:docMk/>
          <pc:sldMk cId="595502031" sldId="270"/>
        </pc:sldMkLst>
      </pc:sldChg>
      <pc:sldChg chg="del">
        <pc:chgData name="Mohammed Fasha" userId="cc64f42d-a1a6-4f08-b97b-0c37f877119f" providerId="ADAL" clId="{6B515210-E3E2-4B4B-BC10-968DB84AFC83}" dt="2025-03-12T01:34:08.372" v="83" actId="2696"/>
        <pc:sldMkLst>
          <pc:docMk/>
          <pc:sldMk cId="3925652072" sldId="271"/>
        </pc:sldMkLst>
      </pc:sldChg>
      <pc:sldChg chg="del">
        <pc:chgData name="Mohammed Fasha" userId="cc64f42d-a1a6-4f08-b97b-0c37f877119f" providerId="ADAL" clId="{6B515210-E3E2-4B4B-BC10-968DB84AFC83}" dt="2025-03-12T01:34:08.372" v="83" actId="2696"/>
        <pc:sldMkLst>
          <pc:docMk/>
          <pc:sldMk cId="463115072" sldId="272"/>
        </pc:sldMkLst>
      </pc:sldChg>
      <pc:sldChg chg="del">
        <pc:chgData name="Mohammed Fasha" userId="cc64f42d-a1a6-4f08-b97b-0c37f877119f" providerId="ADAL" clId="{6B515210-E3E2-4B4B-BC10-968DB84AFC83}" dt="2025-03-12T01:34:08.372" v="83" actId="2696"/>
        <pc:sldMkLst>
          <pc:docMk/>
          <pc:sldMk cId="3668955903" sldId="273"/>
        </pc:sldMkLst>
      </pc:sldChg>
      <pc:sldChg chg="del">
        <pc:chgData name="Mohammed Fasha" userId="cc64f42d-a1a6-4f08-b97b-0c37f877119f" providerId="ADAL" clId="{6B515210-E3E2-4B4B-BC10-968DB84AFC83}" dt="2025-03-12T01:34:08.372" v="83" actId="2696"/>
        <pc:sldMkLst>
          <pc:docMk/>
          <pc:sldMk cId="3192380798" sldId="274"/>
        </pc:sldMkLst>
      </pc:sldChg>
      <pc:sldChg chg="del">
        <pc:chgData name="Mohammed Fasha" userId="cc64f42d-a1a6-4f08-b97b-0c37f877119f" providerId="ADAL" clId="{6B515210-E3E2-4B4B-BC10-968DB84AFC83}" dt="2025-03-12T01:34:08.372" v="83" actId="2696"/>
        <pc:sldMkLst>
          <pc:docMk/>
          <pc:sldMk cId="3898002179" sldId="275"/>
        </pc:sldMkLst>
      </pc:sldChg>
      <pc:sldChg chg="del">
        <pc:chgData name="Mohammed Fasha" userId="cc64f42d-a1a6-4f08-b97b-0c37f877119f" providerId="ADAL" clId="{6B515210-E3E2-4B4B-BC10-968DB84AFC83}" dt="2025-03-12T01:34:08.372" v="83" actId="2696"/>
        <pc:sldMkLst>
          <pc:docMk/>
          <pc:sldMk cId="1503352162" sldId="276"/>
        </pc:sldMkLst>
      </pc:sldChg>
      <pc:sldChg chg="del">
        <pc:chgData name="Mohammed Fasha" userId="cc64f42d-a1a6-4f08-b97b-0c37f877119f" providerId="ADAL" clId="{6B515210-E3E2-4B4B-BC10-968DB84AFC83}" dt="2025-03-12T01:34:08.372" v="83" actId="2696"/>
        <pc:sldMkLst>
          <pc:docMk/>
          <pc:sldMk cId="1260131707" sldId="277"/>
        </pc:sldMkLst>
      </pc:sldChg>
      <pc:sldChg chg="del">
        <pc:chgData name="Mohammed Fasha" userId="cc64f42d-a1a6-4f08-b97b-0c37f877119f" providerId="ADAL" clId="{6B515210-E3E2-4B4B-BC10-968DB84AFC83}" dt="2025-03-12T01:34:08.372" v="83" actId="2696"/>
        <pc:sldMkLst>
          <pc:docMk/>
          <pc:sldMk cId="1324937023" sldId="280"/>
        </pc:sldMkLst>
      </pc:sldChg>
      <pc:sldChg chg="del">
        <pc:chgData name="Mohammed Fasha" userId="cc64f42d-a1a6-4f08-b97b-0c37f877119f" providerId="ADAL" clId="{6B515210-E3E2-4B4B-BC10-968DB84AFC83}" dt="2025-03-12T01:34:08.372" v="83" actId="2696"/>
        <pc:sldMkLst>
          <pc:docMk/>
          <pc:sldMk cId="4085727926" sldId="281"/>
        </pc:sldMkLst>
      </pc:sldChg>
      <pc:sldChg chg="del">
        <pc:chgData name="Mohammed Fasha" userId="cc64f42d-a1a6-4f08-b97b-0c37f877119f" providerId="ADAL" clId="{6B515210-E3E2-4B4B-BC10-968DB84AFC83}" dt="2025-03-12T01:34:08.372" v="83" actId="2696"/>
        <pc:sldMkLst>
          <pc:docMk/>
          <pc:sldMk cId="156012141" sldId="282"/>
        </pc:sldMkLst>
      </pc:sldChg>
      <pc:sldChg chg="del">
        <pc:chgData name="Mohammed Fasha" userId="cc64f42d-a1a6-4f08-b97b-0c37f877119f" providerId="ADAL" clId="{6B515210-E3E2-4B4B-BC10-968DB84AFC83}" dt="2025-03-12T01:34:08.372" v="83" actId="2696"/>
        <pc:sldMkLst>
          <pc:docMk/>
          <pc:sldMk cId="248623450" sldId="284"/>
        </pc:sldMkLst>
      </pc:sldChg>
      <pc:sldChg chg="delSp modSp mod">
        <pc:chgData name="Mohammed Fasha" userId="cc64f42d-a1a6-4f08-b97b-0c37f877119f" providerId="ADAL" clId="{6B515210-E3E2-4B4B-BC10-968DB84AFC83}" dt="2025-03-12T01:46:21.043" v="268" actId="1076"/>
        <pc:sldMkLst>
          <pc:docMk/>
          <pc:sldMk cId="1489447582" sldId="455"/>
        </pc:sldMkLst>
      </pc:sldChg>
      <pc:sldChg chg="addSp delSp modSp new mod chgLayout">
        <pc:chgData name="Mohammed Fasha" userId="cc64f42d-a1a6-4f08-b97b-0c37f877119f" providerId="ADAL" clId="{6B515210-E3E2-4B4B-BC10-968DB84AFC83}" dt="2025-03-12T03:08:53.710" v="1713" actId="20577"/>
        <pc:sldMkLst>
          <pc:docMk/>
          <pc:sldMk cId="3910887702" sldId="456"/>
        </pc:sldMkLst>
      </pc:sldChg>
      <pc:sldChg chg="add del">
        <pc:chgData name="Mohammed Fasha" userId="cc64f42d-a1a6-4f08-b97b-0c37f877119f" providerId="ADAL" clId="{6B515210-E3E2-4B4B-BC10-968DB84AFC83}" dt="2025-03-12T01:38:38.172" v="141" actId="2696"/>
        <pc:sldMkLst>
          <pc:docMk/>
          <pc:sldMk cId="3573010135" sldId="457"/>
        </pc:sldMkLst>
      </pc:sldChg>
      <pc:sldChg chg="addSp delSp modSp new mod">
        <pc:chgData name="Mohammed Fasha" userId="cc64f42d-a1a6-4f08-b97b-0c37f877119f" providerId="ADAL" clId="{6B515210-E3E2-4B4B-BC10-968DB84AFC83}" dt="2025-03-12T02:46:20.092" v="837" actId="14100"/>
        <pc:sldMkLst>
          <pc:docMk/>
          <pc:sldMk cId="3639736080" sldId="457"/>
        </pc:sldMkLst>
      </pc:sldChg>
      <pc:sldChg chg="addSp modSp add mod">
        <pc:chgData name="Mohammed Fasha" userId="cc64f42d-a1a6-4f08-b97b-0c37f877119f" providerId="ADAL" clId="{6B515210-E3E2-4B4B-BC10-968DB84AFC83}" dt="2025-03-12T01:50:16.041" v="361" actId="27636"/>
        <pc:sldMkLst>
          <pc:docMk/>
          <pc:sldMk cId="2042404279" sldId="458"/>
        </pc:sldMkLst>
      </pc:sldChg>
      <pc:sldChg chg="add del">
        <pc:chgData name="Mohammed Fasha" userId="cc64f42d-a1a6-4f08-b97b-0c37f877119f" providerId="ADAL" clId="{6B515210-E3E2-4B4B-BC10-968DB84AFC83}" dt="2025-03-12T01:38:38.172" v="141" actId="2696"/>
        <pc:sldMkLst>
          <pc:docMk/>
          <pc:sldMk cId="2742298196" sldId="458"/>
        </pc:sldMkLst>
      </pc:sldChg>
      <pc:sldChg chg="add del">
        <pc:chgData name="Mohammed Fasha" userId="cc64f42d-a1a6-4f08-b97b-0c37f877119f" providerId="ADAL" clId="{6B515210-E3E2-4B4B-BC10-968DB84AFC83}" dt="2025-03-12T01:38:38.172" v="141" actId="2696"/>
        <pc:sldMkLst>
          <pc:docMk/>
          <pc:sldMk cId="65005378" sldId="459"/>
        </pc:sldMkLst>
      </pc:sldChg>
      <pc:sldChg chg="addSp delSp modSp add mod">
        <pc:chgData name="Mohammed Fasha" userId="cc64f42d-a1a6-4f08-b97b-0c37f877119f" providerId="ADAL" clId="{6B515210-E3E2-4B4B-BC10-968DB84AFC83}" dt="2025-03-12T03:00:53.810" v="1066" actId="21"/>
        <pc:sldMkLst>
          <pc:docMk/>
          <pc:sldMk cId="2881282849" sldId="459"/>
        </pc:sldMkLst>
      </pc:sldChg>
      <pc:sldChg chg="del">
        <pc:chgData name="Mohammed Fasha" userId="cc64f42d-a1a6-4f08-b97b-0c37f877119f" providerId="ADAL" clId="{6B515210-E3E2-4B4B-BC10-968DB84AFC83}" dt="2025-03-12T01:34:08.372" v="83" actId="2696"/>
        <pc:sldMkLst>
          <pc:docMk/>
          <pc:sldMk cId="713799975" sldId="460"/>
        </pc:sldMkLst>
      </pc:sldChg>
      <pc:sldChg chg="addSp delSp modSp add mod">
        <pc:chgData name="Mohammed Fasha" userId="cc64f42d-a1a6-4f08-b97b-0c37f877119f" providerId="ADAL" clId="{6B515210-E3E2-4B4B-BC10-968DB84AFC83}" dt="2025-03-12T02:58:39.819" v="995" actId="27636"/>
        <pc:sldMkLst>
          <pc:docMk/>
          <pc:sldMk cId="945325653" sldId="460"/>
        </pc:sldMkLst>
      </pc:sldChg>
      <pc:sldChg chg="add del">
        <pc:chgData name="Mohammed Fasha" userId="cc64f42d-a1a6-4f08-b97b-0c37f877119f" providerId="ADAL" clId="{6B515210-E3E2-4B4B-BC10-968DB84AFC83}" dt="2025-03-12T01:38:38.172" v="141" actId="2696"/>
        <pc:sldMkLst>
          <pc:docMk/>
          <pc:sldMk cId="1130963138" sldId="460"/>
        </pc:sldMkLst>
      </pc:sldChg>
      <pc:sldChg chg="del">
        <pc:chgData name="Mohammed Fasha" userId="cc64f42d-a1a6-4f08-b97b-0c37f877119f" providerId="ADAL" clId="{6B515210-E3E2-4B4B-BC10-968DB84AFC83}" dt="2025-03-12T01:34:08.372" v="83" actId="2696"/>
        <pc:sldMkLst>
          <pc:docMk/>
          <pc:sldMk cId="1559487564" sldId="461"/>
        </pc:sldMkLst>
      </pc:sldChg>
      <pc:sldChg chg="addSp delSp modSp add mod">
        <pc:chgData name="Mohammed Fasha" userId="cc64f42d-a1a6-4f08-b97b-0c37f877119f" providerId="ADAL" clId="{6B515210-E3E2-4B4B-BC10-968DB84AFC83}" dt="2025-03-12T02:11:44.303" v="509"/>
        <pc:sldMkLst>
          <pc:docMk/>
          <pc:sldMk cId="2248227231" sldId="461"/>
        </pc:sldMkLst>
      </pc:sldChg>
      <pc:sldChg chg="add del">
        <pc:chgData name="Mohammed Fasha" userId="cc64f42d-a1a6-4f08-b97b-0c37f877119f" providerId="ADAL" clId="{6B515210-E3E2-4B4B-BC10-968DB84AFC83}" dt="2025-03-12T01:38:38.172" v="141" actId="2696"/>
        <pc:sldMkLst>
          <pc:docMk/>
          <pc:sldMk cId="2546861112" sldId="461"/>
        </pc:sldMkLst>
      </pc:sldChg>
      <pc:sldChg chg="add del">
        <pc:chgData name="Mohammed Fasha" userId="cc64f42d-a1a6-4f08-b97b-0c37f877119f" providerId="ADAL" clId="{6B515210-E3E2-4B4B-BC10-968DB84AFC83}" dt="2025-03-12T01:38:38.172" v="141" actId="2696"/>
        <pc:sldMkLst>
          <pc:docMk/>
          <pc:sldMk cId="376539193" sldId="462"/>
        </pc:sldMkLst>
      </pc:sldChg>
      <pc:sldChg chg="addSp modSp add mod">
        <pc:chgData name="Mohammed Fasha" userId="cc64f42d-a1a6-4f08-b97b-0c37f877119f" providerId="ADAL" clId="{6B515210-E3E2-4B4B-BC10-968DB84AFC83}" dt="2025-03-12T02:18:24.439" v="598" actId="6549"/>
        <pc:sldMkLst>
          <pc:docMk/>
          <pc:sldMk cId="1427723282" sldId="462"/>
        </pc:sldMkLst>
      </pc:sldChg>
      <pc:sldChg chg="del">
        <pc:chgData name="Mohammed Fasha" userId="cc64f42d-a1a6-4f08-b97b-0c37f877119f" providerId="ADAL" clId="{6B515210-E3E2-4B4B-BC10-968DB84AFC83}" dt="2025-03-12T01:34:08.372" v="83" actId="2696"/>
        <pc:sldMkLst>
          <pc:docMk/>
          <pc:sldMk cId="3087456825" sldId="462"/>
        </pc:sldMkLst>
      </pc:sldChg>
      <pc:sldChg chg="addSp delSp modSp add mod">
        <pc:chgData name="Mohammed Fasha" userId="cc64f42d-a1a6-4f08-b97b-0c37f877119f" providerId="ADAL" clId="{6B515210-E3E2-4B4B-BC10-968DB84AFC83}" dt="2025-03-12T02:34:11.888" v="748" actId="14100"/>
        <pc:sldMkLst>
          <pc:docMk/>
          <pc:sldMk cId="538252582" sldId="463"/>
        </pc:sldMkLst>
      </pc:sldChg>
      <pc:sldChg chg="del">
        <pc:chgData name="Mohammed Fasha" userId="cc64f42d-a1a6-4f08-b97b-0c37f877119f" providerId="ADAL" clId="{6B515210-E3E2-4B4B-BC10-968DB84AFC83}" dt="2025-03-12T01:34:08.372" v="83" actId="2696"/>
        <pc:sldMkLst>
          <pc:docMk/>
          <pc:sldMk cId="1869085755" sldId="463"/>
        </pc:sldMkLst>
      </pc:sldChg>
      <pc:sldChg chg="add del">
        <pc:chgData name="Mohammed Fasha" userId="cc64f42d-a1a6-4f08-b97b-0c37f877119f" providerId="ADAL" clId="{6B515210-E3E2-4B4B-BC10-968DB84AFC83}" dt="2025-03-12T01:38:38.172" v="141" actId="2696"/>
        <pc:sldMkLst>
          <pc:docMk/>
          <pc:sldMk cId="2204594696" sldId="463"/>
        </pc:sldMkLst>
      </pc:sldChg>
      <pc:sldChg chg="del">
        <pc:chgData name="Mohammed Fasha" userId="cc64f42d-a1a6-4f08-b97b-0c37f877119f" providerId="ADAL" clId="{6B515210-E3E2-4B4B-BC10-968DB84AFC83}" dt="2025-03-12T01:34:08.372" v="83" actId="2696"/>
        <pc:sldMkLst>
          <pc:docMk/>
          <pc:sldMk cId="4139560" sldId="464"/>
        </pc:sldMkLst>
      </pc:sldChg>
      <pc:sldChg chg="add del">
        <pc:chgData name="Mohammed Fasha" userId="cc64f42d-a1a6-4f08-b97b-0c37f877119f" providerId="ADAL" clId="{6B515210-E3E2-4B4B-BC10-968DB84AFC83}" dt="2025-03-12T01:38:38.172" v="141" actId="2696"/>
        <pc:sldMkLst>
          <pc:docMk/>
          <pc:sldMk cId="235027490" sldId="464"/>
        </pc:sldMkLst>
      </pc:sldChg>
      <pc:sldChg chg="addSp modSp add mod">
        <pc:chgData name="Mohammed Fasha" userId="cc64f42d-a1a6-4f08-b97b-0c37f877119f" providerId="ADAL" clId="{6B515210-E3E2-4B4B-BC10-968DB84AFC83}" dt="2025-03-12T02:33:11.507" v="724" actId="1076"/>
        <pc:sldMkLst>
          <pc:docMk/>
          <pc:sldMk cId="1559017199" sldId="464"/>
        </pc:sldMkLst>
      </pc:sldChg>
      <pc:sldChg chg="del">
        <pc:chgData name="Mohammed Fasha" userId="cc64f42d-a1a6-4f08-b97b-0c37f877119f" providerId="ADAL" clId="{6B515210-E3E2-4B4B-BC10-968DB84AFC83}" dt="2025-03-12T01:34:08.372" v="83" actId="2696"/>
        <pc:sldMkLst>
          <pc:docMk/>
          <pc:sldMk cId="277181267" sldId="465"/>
        </pc:sldMkLst>
      </pc:sldChg>
      <pc:sldChg chg="add del">
        <pc:chgData name="Mohammed Fasha" userId="cc64f42d-a1a6-4f08-b97b-0c37f877119f" providerId="ADAL" clId="{6B515210-E3E2-4B4B-BC10-968DB84AFC83}" dt="2025-03-12T01:38:38.172" v="141" actId="2696"/>
        <pc:sldMkLst>
          <pc:docMk/>
          <pc:sldMk cId="1358405375" sldId="465"/>
        </pc:sldMkLst>
      </pc:sldChg>
      <pc:sldChg chg="addSp delSp modSp add mod ord">
        <pc:chgData name="Mohammed Fasha" userId="cc64f42d-a1a6-4f08-b97b-0c37f877119f" providerId="ADAL" clId="{6B515210-E3E2-4B4B-BC10-968DB84AFC83}" dt="2025-03-12T02:30:23.572" v="691" actId="1076"/>
        <pc:sldMkLst>
          <pc:docMk/>
          <pc:sldMk cId="2067025602" sldId="465"/>
        </pc:sldMkLst>
      </pc:sldChg>
      <pc:sldChg chg="addSp delSp modSp add mod">
        <pc:chgData name="Mohammed Fasha" userId="cc64f42d-a1a6-4f08-b97b-0c37f877119f" providerId="ADAL" clId="{6B515210-E3E2-4B4B-BC10-968DB84AFC83}" dt="2025-03-12T02:31:16.001" v="705" actId="1076"/>
        <pc:sldMkLst>
          <pc:docMk/>
          <pc:sldMk cId="2575217795" sldId="466"/>
        </pc:sldMkLst>
      </pc:sldChg>
      <pc:sldChg chg="add del">
        <pc:chgData name="Mohammed Fasha" userId="cc64f42d-a1a6-4f08-b97b-0c37f877119f" providerId="ADAL" clId="{6B515210-E3E2-4B4B-BC10-968DB84AFC83}" dt="2025-03-12T01:38:38.172" v="141" actId="2696"/>
        <pc:sldMkLst>
          <pc:docMk/>
          <pc:sldMk cId="2730556220" sldId="466"/>
        </pc:sldMkLst>
      </pc:sldChg>
      <pc:sldChg chg="add del">
        <pc:chgData name="Mohammed Fasha" userId="cc64f42d-a1a6-4f08-b97b-0c37f877119f" providerId="ADAL" clId="{6B515210-E3E2-4B4B-BC10-968DB84AFC83}" dt="2025-03-12T01:38:38.172" v="141" actId="2696"/>
        <pc:sldMkLst>
          <pc:docMk/>
          <pc:sldMk cId="2076829353" sldId="467"/>
        </pc:sldMkLst>
      </pc:sldChg>
      <pc:sldChg chg="addSp delSp modSp add del mod modClrScheme chgLayout">
        <pc:chgData name="Mohammed Fasha" userId="cc64f42d-a1a6-4f08-b97b-0c37f877119f" providerId="ADAL" clId="{6B515210-E3E2-4B4B-BC10-968DB84AFC83}" dt="2025-03-12T02:34:20.006" v="749" actId="47"/>
        <pc:sldMkLst>
          <pc:docMk/>
          <pc:sldMk cId="3203545122" sldId="467"/>
        </pc:sldMkLst>
      </pc:sldChg>
      <pc:sldChg chg="add del">
        <pc:chgData name="Mohammed Fasha" userId="cc64f42d-a1a6-4f08-b97b-0c37f877119f" providerId="ADAL" clId="{6B515210-E3E2-4B4B-BC10-968DB84AFC83}" dt="2025-03-12T01:38:38.172" v="141" actId="2696"/>
        <pc:sldMkLst>
          <pc:docMk/>
          <pc:sldMk cId="176966881" sldId="468"/>
        </pc:sldMkLst>
      </pc:sldChg>
      <pc:sldChg chg="add del">
        <pc:chgData name="Mohammed Fasha" userId="cc64f42d-a1a6-4f08-b97b-0c37f877119f" providerId="ADAL" clId="{6B515210-E3E2-4B4B-BC10-968DB84AFC83}" dt="2025-03-12T02:34:20.168" v="750" actId="47"/>
        <pc:sldMkLst>
          <pc:docMk/>
          <pc:sldMk cId="2058978584" sldId="468"/>
        </pc:sldMkLst>
      </pc:sldChg>
      <pc:sldChg chg="add del">
        <pc:chgData name="Mohammed Fasha" userId="cc64f42d-a1a6-4f08-b97b-0c37f877119f" providerId="ADAL" clId="{6B515210-E3E2-4B4B-BC10-968DB84AFC83}" dt="2025-03-12T02:34:20.353" v="751" actId="47"/>
        <pc:sldMkLst>
          <pc:docMk/>
          <pc:sldMk cId="2001259236" sldId="469"/>
        </pc:sldMkLst>
      </pc:sldChg>
      <pc:sldChg chg="add del">
        <pc:chgData name="Mohammed Fasha" userId="cc64f42d-a1a6-4f08-b97b-0c37f877119f" providerId="ADAL" clId="{6B515210-E3E2-4B4B-BC10-968DB84AFC83}" dt="2025-03-12T01:38:38.172" v="141" actId="2696"/>
        <pc:sldMkLst>
          <pc:docMk/>
          <pc:sldMk cId="2149133959" sldId="469"/>
        </pc:sldMkLst>
      </pc:sldChg>
      <pc:sldChg chg="add del">
        <pc:chgData name="Mohammed Fasha" userId="cc64f42d-a1a6-4f08-b97b-0c37f877119f" providerId="ADAL" clId="{6B515210-E3E2-4B4B-BC10-968DB84AFC83}" dt="2025-03-12T01:38:38.172" v="141" actId="2696"/>
        <pc:sldMkLst>
          <pc:docMk/>
          <pc:sldMk cId="2184469585" sldId="470"/>
        </pc:sldMkLst>
      </pc:sldChg>
      <pc:sldChg chg="add del">
        <pc:chgData name="Mohammed Fasha" userId="cc64f42d-a1a6-4f08-b97b-0c37f877119f" providerId="ADAL" clId="{6B515210-E3E2-4B4B-BC10-968DB84AFC83}" dt="2025-03-12T02:34:21.650" v="752" actId="47"/>
        <pc:sldMkLst>
          <pc:docMk/>
          <pc:sldMk cId="4176577481" sldId="470"/>
        </pc:sldMkLst>
      </pc:sldChg>
      <pc:sldChg chg="add del">
        <pc:chgData name="Mohammed Fasha" userId="cc64f42d-a1a6-4f08-b97b-0c37f877119f" providerId="ADAL" clId="{6B515210-E3E2-4B4B-BC10-968DB84AFC83}" dt="2025-03-12T02:34:22.147" v="753" actId="47"/>
        <pc:sldMkLst>
          <pc:docMk/>
          <pc:sldMk cId="581574831" sldId="471"/>
        </pc:sldMkLst>
      </pc:sldChg>
      <pc:sldChg chg="add del">
        <pc:chgData name="Mohammed Fasha" userId="cc64f42d-a1a6-4f08-b97b-0c37f877119f" providerId="ADAL" clId="{6B515210-E3E2-4B4B-BC10-968DB84AFC83}" dt="2025-03-12T01:38:38.172" v="141" actId="2696"/>
        <pc:sldMkLst>
          <pc:docMk/>
          <pc:sldMk cId="2059800610" sldId="471"/>
        </pc:sldMkLst>
      </pc:sldChg>
      <pc:sldChg chg="add del">
        <pc:chgData name="Mohammed Fasha" userId="cc64f42d-a1a6-4f08-b97b-0c37f877119f" providerId="ADAL" clId="{6B515210-E3E2-4B4B-BC10-968DB84AFC83}" dt="2025-03-12T01:38:38.172" v="141" actId="2696"/>
        <pc:sldMkLst>
          <pc:docMk/>
          <pc:sldMk cId="1566193115" sldId="472"/>
        </pc:sldMkLst>
      </pc:sldChg>
      <pc:sldChg chg="add del">
        <pc:chgData name="Mohammed Fasha" userId="cc64f42d-a1a6-4f08-b97b-0c37f877119f" providerId="ADAL" clId="{6B515210-E3E2-4B4B-BC10-968DB84AFC83}" dt="2025-03-12T02:34:22.723" v="754" actId="47"/>
        <pc:sldMkLst>
          <pc:docMk/>
          <pc:sldMk cId="3652126392" sldId="472"/>
        </pc:sldMkLst>
      </pc:sldChg>
      <pc:sldChg chg="add del">
        <pc:chgData name="Mohammed Fasha" userId="cc64f42d-a1a6-4f08-b97b-0c37f877119f" providerId="ADAL" clId="{6B515210-E3E2-4B4B-BC10-968DB84AFC83}" dt="2025-03-12T02:34:23.387" v="755" actId="47"/>
        <pc:sldMkLst>
          <pc:docMk/>
          <pc:sldMk cId="3716915739" sldId="473"/>
        </pc:sldMkLst>
      </pc:sldChg>
      <pc:sldChg chg="add del">
        <pc:chgData name="Mohammed Fasha" userId="cc64f42d-a1a6-4f08-b97b-0c37f877119f" providerId="ADAL" clId="{6B515210-E3E2-4B4B-BC10-968DB84AFC83}" dt="2025-03-12T02:34:24.048" v="756" actId="47"/>
        <pc:sldMkLst>
          <pc:docMk/>
          <pc:sldMk cId="1718835763" sldId="474"/>
        </pc:sldMkLst>
      </pc:sldChg>
      <pc:sldChg chg="add del">
        <pc:chgData name="Mohammed Fasha" userId="cc64f42d-a1a6-4f08-b97b-0c37f877119f" providerId="ADAL" clId="{6B515210-E3E2-4B4B-BC10-968DB84AFC83}" dt="2025-03-12T02:34:24.615" v="757" actId="47"/>
        <pc:sldMkLst>
          <pc:docMk/>
          <pc:sldMk cId="1692059453" sldId="475"/>
        </pc:sldMkLst>
      </pc:sldChg>
      <pc:sldChg chg="modSp add mod">
        <pc:chgData name="Mohammed Fasha" userId="cc64f42d-a1a6-4f08-b97b-0c37f877119f" providerId="ADAL" clId="{6B515210-E3E2-4B4B-BC10-968DB84AFC83}" dt="2025-03-12T02:32:31.978" v="715" actId="12"/>
        <pc:sldMkLst>
          <pc:docMk/>
          <pc:sldMk cId="1558611893" sldId="476"/>
        </pc:sldMkLst>
      </pc:sldChg>
      <pc:sldChg chg="addSp delSp modSp add del mod">
        <pc:chgData name="Mohammed Fasha" userId="cc64f42d-a1a6-4f08-b97b-0c37f877119f" providerId="ADAL" clId="{6B515210-E3E2-4B4B-BC10-968DB84AFC83}" dt="2025-03-12T02:50:02.536" v="890"/>
        <pc:sldMkLst>
          <pc:docMk/>
          <pc:sldMk cId="471849074" sldId="477"/>
        </pc:sldMkLst>
      </pc:sldChg>
      <pc:sldMasterChg chg="modSldLayout">
        <pc:chgData name="Mohammed Fasha" userId="cc64f42d-a1a6-4f08-b97b-0c37f877119f" providerId="ADAL" clId="{6B515210-E3E2-4B4B-BC10-968DB84AFC83}" dt="2025-03-12T01:38:22.885" v="140" actId="14100"/>
        <pc:sldMasterMkLst>
          <pc:docMk/>
          <pc:sldMasterMk cId="2573801746" sldId="2147483648"/>
        </pc:sldMasterMkLst>
        <pc:sldLayoutChg chg="addSp delSp modSp mod">
          <pc:chgData name="Mohammed Fasha" userId="cc64f42d-a1a6-4f08-b97b-0c37f877119f" providerId="ADAL" clId="{6B515210-E3E2-4B4B-BC10-968DB84AFC83}" dt="2025-03-12T01:38:22.885" v="140" actId="14100"/>
          <pc:sldLayoutMkLst>
            <pc:docMk/>
            <pc:sldMasterMk cId="2573801746" sldId="2147483648"/>
            <pc:sldLayoutMk cId="3033015503" sldId="2147483650"/>
          </pc:sldLayoutMkLst>
        </pc:sldLayoutChg>
      </pc:sldMasterChg>
    </pc:docChg>
  </pc:docChgLst>
  <pc:docChgLst>
    <pc:chgData name="Mohammed Fasha" userId="cc64f42d-a1a6-4f08-b97b-0c37f877119f" providerId="ADAL" clId="{F585A28F-34F7-4D28-B641-78252DAB29E0}"/>
    <pc:docChg chg="undo custSel modSld sldOrd">
      <pc:chgData name="Mohammed Fasha" userId="cc64f42d-a1a6-4f08-b97b-0c37f877119f" providerId="ADAL" clId="{F585A28F-34F7-4D28-B641-78252DAB29E0}" dt="2025-07-16T09:17:57.509" v="81" actId="114"/>
      <pc:docMkLst>
        <pc:docMk/>
      </pc:docMkLst>
      <pc:sldChg chg="modSp mod">
        <pc:chgData name="Mohammed Fasha" userId="cc64f42d-a1a6-4f08-b97b-0c37f877119f" providerId="ADAL" clId="{F585A28F-34F7-4D28-B641-78252DAB29E0}" dt="2025-07-16T09:14:06.583" v="24" actId="27636"/>
        <pc:sldMkLst>
          <pc:docMk/>
          <pc:sldMk cId="1162554463" sldId="257"/>
        </pc:sldMkLst>
        <pc:spChg chg="mod">
          <ac:chgData name="Mohammed Fasha" userId="cc64f42d-a1a6-4f08-b97b-0c37f877119f" providerId="ADAL" clId="{F585A28F-34F7-4D28-B641-78252DAB29E0}" dt="2025-07-16T09:14:06.583" v="24" actId="27636"/>
          <ac:spMkLst>
            <pc:docMk/>
            <pc:sldMk cId="1162554463" sldId="257"/>
            <ac:spMk id="3" creationId="{1A647627-019E-4599-BFE9-83A7DEA04B6D}"/>
          </ac:spMkLst>
        </pc:spChg>
        <pc:spChg chg="mod">
          <ac:chgData name="Mohammed Fasha" userId="cc64f42d-a1a6-4f08-b97b-0c37f877119f" providerId="ADAL" clId="{F585A28F-34F7-4D28-B641-78252DAB29E0}" dt="2025-07-16T09:14:03.934" v="22" actId="403"/>
          <ac:spMkLst>
            <pc:docMk/>
            <pc:sldMk cId="1162554463" sldId="257"/>
            <ac:spMk id="4" creationId="{929A5FA8-1320-61F3-BC79-488C9BA93D9F}"/>
          </ac:spMkLst>
        </pc:spChg>
      </pc:sldChg>
      <pc:sldChg chg="modSp mod">
        <pc:chgData name="Mohammed Fasha" userId="cc64f42d-a1a6-4f08-b97b-0c37f877119f" providerId="ADAL" clId="{F585A28F-34F7-4D28-B641-78252DAB29E0}" dt="2025-07-16T09:14:22.611" v="25" actId="20577"/>
        <pc:sldMkLst>
          <pc:docMk/>
          <pc:sldMk cId="2881282849" sldId="459"/>
        </pc:sldMkLst>
        <pc:spChg chg="mod">
          <ac:chgData name="Mohammed Fasha" userId="cc64f42d-a1a6-4f08-b97b-0c37f877119f" providerId="ADAL" clId="{F585A28F-34F7-4D28-B641-78252DAB29E0}" dt="2025-07-16T09:14:22.611" v="25" actId="20577"/>
          <ac:spMkLst>
            <pc:docMk/>
            <pc:sldMk cId="2881282849" sldId="459"/>
            <ac:spMk id="10" creationId="{997C4077-274B-FAF4-67DA-B0DEA55B5FEA}"/>
          </ac:spMkLst>
        </pc:spChg>
      </pc:sldChg>
      <pc:sldChg chg="modSp mod ord">
        <pc:chgData name="Mohammed Fasha" userId="cc64f42d-a1a6-4f08-b97b-0c37f877119f" providerId="ADAL" clId="{F585A28F-34F7-4D28-B641-78252DAB29E0}" dt="2025-07-16T09:17:57.509" v="81" actId="114"/>
        <pc:sldMkLst>
          <pc:docMk/>
          <pc:sldMk cId="1427723282" sldId="462"/>
        </pc:sldMkLst>
        <pc:spChg chg="mod">
          <ac:chgData name="Mohammed Fasha" userId="cc64f42d-a1a6-4f08-b97b-0c37f877119f" providerId="ADAL" clId="{F585A28F-34F7-4D28-B641-78252DAB29E0}" dt="2025-07-16T09:17:57.509" v="81" actId="114"/>
          <ac:spMkLst>
            <pc:docMk/>
            <pc:sldMk cId="1427723282" sldId="462"/>
            <ac:spMk id="2" creationId="{5161A592-C95D-5F4C-D812-FDE1F8B67D98}"/>
          </ac:spMkLst>
        </pc:spChg>
      </pc:sldChg>
      <pc:sldChg chg="modSp mod">
        <pc:chgData name="Mohammed Fasha" userId="cc64f42d-a1a6-4f08-b97b-0c37f877119f" providerId="ADAL" clId="{F585A28F-34F7-4D28-B641-78252DAB29E0}" dt="2025-07-16T09:12:22.563" v="0" actId="404"/>
        <pc:sldMkLst>
          <pc:docMk/>
          <pc:sldMk cId="2145969539" sldId="478"/>
        </pc:sldMkLst>
        <pc:spChg chg="mod">
          <ac:chgData name="Mohammed Fasha" userId="cc64f42d-a1a6-4f08-b97b-0c37f877119f" providerId="ADAL" clId="{F585A28F-34F7-4D28-B641-78252DAB29E0}" dt="2025-07-16T09:12:22.563" v="0" actId="404"/>
          <ac:spMkLst>
            <pc:docMk/>
            <pc:sldMk cId="2145969539" sldId="478"/>
            <ac:spMk id="2" creationId="{595313C8-76FF-2F07-3ED5-814AD3EC72DC}"/>
          </ac:spMkLst>
        </pc:spChg>
      </pc:sldChg>
      <pc:sldChg chg="modSp mod">
        <pc:chgData name="Mohammed Fasha" userId="cc64f42d-a1a6-4f08-b97b-0c37f877119f" providerId="ADAL" clId="{F585A28F-34F7-4D28-B641-78252DAB29E0}" dt="2025-07-16T09:14:47.069" v="29" actId="255"/>
        <pc:sldMkLst>
          <pc:docMk/>
          <pc:sldMk cId="1427132372" sldId="479"/>
        </pc:sldMkLst>
        <pc:spChg chg="mod">
          <ac:chgData name="Mohammed Fasha" userId="cc64f42d-a1a6-4f08-b97b-0c37f877119f" providerId="ADAL" clId="{F585A28F-34F7-4D28-B641-78252DAB29E0}" dt="2025-07-16T09:14:47.069" v="29" actId="255"/>
          <ac:spMkLst>
            <pc:docMk/>
            <pc:sldMk cId="1427132372" sldId="479"/>
            <ac:spMk id="2" creationId="{E56CB444-3023-BA2B-502A-E63C438605D8}"/>
          </ac:spMkLst>
        </pc:spChg>
      </pc:sldChg>
      <pc:sldChg chg="modSp mod">
        <pc:chgData name="Mohammed Fasha" userId="cc64f42d-a1a6-4f08-b97b-0c37f877119f" providerId="ADAL" clId="{F585A28F-34F7-4D28-B641-78252DAB29E0}" dt="2025-07-16T09:16:07.771" v="68" actId="1076"/>
        <pc:sldMkLst>
          <pc:docMk/>
          <pc:sldMk cId="3075052158" sldId="480"/>
        </pc:sldMkLst>
        <pc:spChg chg="mod">
          <ac:chgData name="Mohammed Fasha" userId="cc64f42d-a1a6-4f08-b97b-0c37f877119f" providerId="ADAL" clId="{F585A28F-34F7-4D28-B641-78252DAB29E0}" dt="2025-07-16T09:16:02.732" v="67" actId="179"/>
          <ac:spMkLst>
            <pc:docMk/>
            <pc:sldMk cId="3075052158" sldId="480"/>
            <ac:spMk id="2" creationId="{D7723A21-97D0-9266-6B42-28CBEDC236D9}"/>
          </ac:spMkLst>
        </pc:spChg>
        <pc:picChg chg="mod">
          <ac:chgData name="Mohammed Fasha" userId="cc64f42d-a1a6-4f08-b97b-0c37f877119f" providerId="ADAL" clId="{F585A28F-34F7-4D28-B641-78252DAB29E0}" dt="2025-07-16T09:16:07.771" v="68" actId="1076"/>
          <ac:picMkLst>
            <pc:docMk/>
            <pc:sldMk cId="3075052158" sldId="480"/>
            <ac:picMk id="5123" creationId="{7227A453-5C80-EF05-DBFF-BB24669D733C}"/>
          </ac:picMkLst>
        </pc:picChg>
      </pc:sldChg>
      <pc:sldChg chg="modSp mod">
        <pc:chgData name="Mohammed Fasha" userId="cc64f42d-a1a6-4f08-b97b-0c37f877119f" providerId="ADAL" clId="{F585A28F-34F7-4D28-B641-78252DAB29E0}" dt="2025-07-16T09:16:45.419" v="74" actId="1076"/>
        <pc:sldMkLst>
          <pc:docMk/>
          <pc:sldMk cId="1949621639" sldId="484"/>
        </pc:sldMkLst>
        <pc:spChg chg="mod">
          <ac:chgData name="Mohammed Fasha" userId="cc64f42d-a1a6-4f08-b97b-0c37f877119f" providerId="ADAL" clId="{F585A28F-34F7-4D28-B641-78252DAB29E0}" dt="2025-07-16T09:16:34.981" v="72" actId="5793"/>
          <ac:spMkLst>
            <pc:docMk/>
            <pc:sldMk cId="1949621639" sldId="484"/>
            <ac:spMk id="2" creationId="{00E50F6B-D0D0-409C-B437-2D7A32D8857A}"/>
          </ac:spMkLst>
        </pc:spChg>
        <pc:picChg chg="mod">
          <ac:chgData name="Mohammed Fasha" userId="cc64f42d-a1a6-4f08-b97b-0c37f877119f" providerId="ADAL" clId="{F585A28F-34F7-4D28-B641-78252DAB29E0}" dt="2025-07-16T09:16:42.296" v="73" actId="14100"/>
          <ac:picMkLst>
            <pc:docMk/>
            <pc:sldMk cId="1949621639" sldId="484"/>
            <ac:picMk id="12" creationId="{ED72E220-66E3-C895-AA2B-7821BAB0B80F}"/>
          </ac:picMkLst>
        </pc:picChg>
        <pc:picChg chg="mod">
          <ac:chgData name="Mohammed Fasha" userId="cc64f42d-a1a6-4f08-b97b-0c37f877119f" providerId="ADAL" clId="{F585A28F-34F7-4D28-B641-78252DAB29E0}" dt="2025-07-16T09:16:45.419" v="74" actId="1076"/>
          <ac:picMkLst>
            <pc:docMk/>
            <pc:sldMk cId="1949621639" sldId="484"/>
            <ac:picMk id="13" creationId="{923AB4FC-8803-B130-E7FF-D6F9B65D8759}"/>
          </ac:picMkLst>
        </pc:picChg>
      </pc:sldChg>
    </pc:docChg>
  </pc:docChgLst>
  <pc:docChgLst>
    <pc:chgData name="Mohammed Fasha" userId="cc64f42d-a1a6-4f08-b97b-0c37f877119f" providerId="ADAL" clId="{161A7FAA-B398-4429-9FC2-656B0895AF0F}"/>
    <pc:docChg chg="undo custSel addSld delSld modSld sldOrd">
      <pc:chgData name="Mohammed Fasha" userId="cc64f42d-a1a6-4f08-b97b-0c37f877119f" providerId="ADAL" clId="{161A7FAA-B398-4429-9FC2-656B0895AF0F}" dt="2025-07-16T08:31:04.392" v="376" actId="5793"/>
      <pc:docMkLst>
        <pc:docMk/>
      </pc:docMkLst>
      <pc:sldChg chg="modSp mod ord">
        <pc:chgData name="Mohammed Fasha" userId="cc64f42d-a1a6-4f08-b97b-0c37f877119f" providerId="ADAL" clId="{161A7FAA-B398-4429-9FC2-656B0895AF0F}" dt="2025-07-16T07:59:43.135" v="11" actId="113"/>
        <pc:sldMkLst>
          <pc:docMk/>
          <pc:sldMk cId="1162554463" sldId="257"/>
        </pc:sldMkLst>
        <pc:spChg chg="mod">
          <ac:chgData name="Mohammed Fasha" userId="cc64f42d-a1a6-4f08-b97b-0c37f877119f" providerId="ADAL" clId="{161A7FAA-B398-4429-9FC2-656B0895AF0F}" dt="2025-07-16T07:59:43.135" v="11" actId="113"/>
          <ac:spMkLst>
            <pc:docMk/>
            <pc:sldMk cId="1162554463" sldId="257"/>
            <ac:spMk id="2" creationId="{8BE518FD-B81F-466C-AD85-5DDC967653B4}"/>
          </ac:spMkLst>
        </pc:spChg>
      </pc:sldChg>
      <pc:sldChg chg="ord">
        <pc:chgData name="Mohammed Fasha" userId="cc64f42d-a1a6-4f08-b97b-0c37f877119f" providerId="ADAL" clId="{161A7FAA-B398-4429-9FC2-656B0895AF0F}" dt="2025-07-16T08:09:08.733" v="119"/>
        <pc:sldMkLst>
          <pc:docMk/>
          <pc:sldMk cId="3910887702" sldId="456"/>
        </pc:sldMkLst>
      </pc:sldChg>
      <pc:sldChg chg="addSp modSp mod">
        <pc:chgData name="Mohammed Fasha" userId="cc64f42d-a1a6-4f08-b97b-0c37f877119f" providerId="ADAL" clId="{161A7FAA-B398-4429-9FC2-656B0895AF0F}" dt="2025-07-16T08:10:21.461" v="130" actId="113"/>
        <pc:sldMkLst>
          <pc:docMk/>
          <pc:sldMk cId="3639736080" sldId="457"/>
        </pc:sldMkLst>
        <pc:spChg chg="mod">
          <ac:chgData name="Mohammed Fasha" userId="cc64f42d-a1a6-4f08-b97b-0c37f877119f" providerId="ADAL" clId="{161A7FAA-B398-4429-9FC2-656B0895AF0F}" dt="2025-07-16T08:10:21.461" v="130" actId="113"/>
          <ac:spMkLst>
            <pc:docMk/>
            <pc:sldMk cId="3639736080" sldId="457"/>
            <ac:spMk id="2" creationId="{5A741632-F5AA-89F8-92B0-716C60C6B299}"/>
          </ac:spMkLst>
        </pc:spChg>
        <pc:picChg chg="add mod">
          <ac:chgData name="Mohammed Fasha" userId="cc64f42d-a1a6-4f08-b97b-0c37f877119f" providerId="ADAL" clId="{161A7FAA-B398-4429-9FC2-656B0895AF0F}" dt="2025-07-16T08:09:37.477" v="125"/>
          <ac:picMkLst>
            <pc:docMk/>
            <pc:sldMk cId="3639736080" sldId="457"/>
            <ac:picMk id="4" creationId="{DE2B1E32-0CA3-128D-CB32-2F690773BA5C}"/>
          </ac:picMkLst>
        </pc:picChg>
        <pc:picChg chg="mod">
          <ac:chgData name="Mohammed Fasha" userId="cc64f42d-a1a6-4f08-b97b-0c37f877119f" providerId="ADAL" clId="{161A7FAA-B398-4429-9FC2-656B0895AF0F}" dt="2025-07-16T08:09:54.987" v="129" actId="1076"/>
          <ac:picMkLst>
            <pc:docMk/>
            <pc:sldMk cId="3639736080" sldId="457"/>
            <ac:picMk id="7" creationId="{82D86F0E-0628-3880-4CDD-0284B92DC94E}"/>
          </ac:picMkLst>
        </pc:picChg>
      </pc:sldChg>
      <pc:sldChg chg="addSp modSp mod">
        <pc:chgData name="Mohammed Fasha" userId="cc64f42d-a1a6-4f08-b97b-0c37f877119f" providerId="ADAL" clId="{161A7FAA-B398-4429-9FC2-656B0895AF0F}" dt="2025-07-16T08:11:43.027" v="145" actId="14100"/>
        <pc:sldMkLst>
          <pc:docMk/>
          <pc:sldMk cId="2042404279" sldId="458"/>
        </pc:sldMkLst>
        <pc:spChg chg="mod">
          <ac:chgData name="Mohammed Fasha" userId="cc64f42d-a1a6-4f08-b97b-0c37f877119f" providerId="ADAL" clId="{161A7FAA-B398-4429-9FC2-656B0895AF0F}" dt="2025-07-16T08:10:49.595" v="141" actId="27636"/>
          <ac:spMkLst>
            <pc:docMk/>
            <pc:sldMk cId="2042404279" sldId="458"/>
            <ac:spMk id="2" creationId="{AFD55279-926D-56F4-16C1-40E544073600}"/>
          </ac:spMkLst>
        </pc:spChg>
        <pc:picChg chg="mod">
          <ac:chgData name="Mohammed Fasha" userId="cc64f42d-a1a6-4f08-b97b-0c37f877119f" providerId="ADAL" clId="{161A7FAA-B398-4429-9FC2-656B0895AF0F}" dt="2025-07-16T08:10:47.228" v="139" actId="1076"/>
          <ac:picMkLst>
            <pc:docMk/>
            <pc:sldMk cId="2042404279" sldId="458"/>
            <ac:picMk id="5" creationId="{D78EEB53-EDB0-9883-EF22-7ECFE0832215}"/>
          </ac:picMkLst>
        </pc:picChg>
        <pc:picChg chg="add mod">
          <ac:chgData name="Mohammed Fasha" userId="cc64f42d-a1a6-4f08-b97b-0c37f877119f" providerId="ADAL" clId="{161A7FAA-B398-4429-9FC2-656B0895AF0F}" dt="2025-07-16T08:11:43.027" v="145" actId="14100"/>
          <ac:picMkLst>
            <pc:docMk/>
            <pc:sldMk cId="2042404279" sldId="458"/>
            <ac:picMk id="3074" creationId="{4DD72E80-9023-5209-B53A-ADEDF9507F30}"/>
          </ac:picMkLst>
        </pc:picChg>
      </pc:sldChg>
      <pc:sldChg chg="del">
        <pc:chgData name="Mohammed Fasha" userId="cc64f42d-a1a6-4f08-b97b-0c37f877119f" providerId="ADAL" clId="{161A7FAA-B398-4429-9FC2-656B0895AF0F}" dt="2025-07-16T08:18:53.045" v="232" actId="2696"/>
        <pc:sldMkLst>
          <pc:docMk/>
          <pc:sldMk cId="945325653" sldId="460"/>
        </pc:sldMkLst>
      </pc:sldChg>
      <pc:sldChg chg="delSp add del mod ord">
        <pc:chgData name="Mohammed Fasha" userId="cc64f42d-a1a6-4f08-b97b-0c37f877119f" providerId="ADAL" clId="{161A7FAA-B398-4429-9FC2-656B0895AF0F}" dt="2025-07-16T08:26:36.943" v="352" actId="47"/>
        <pc:sldMkLst>
          <pc:docMk/>
          <pc:sldMk cId="1040197143" sldId="460"/>
        </pc:sldMkLst>
        <pc:picChg chg="del">
          <ac:chgData name="Mohammed Fasha" userId="cc64f42d-a1a6-4f08-b97b-0c37f877119f" providerId="ADAL" clId="{161A7FAA-B398-4429-9FC2-656B0895AF0F}" dt="2025-07-16T08:18:58.259" v="234" actId="21"/>
          <ac:picMkLst>
            <pc:docMk/>
            <pc:sldMk cId="1040197143" sldId="460"/>
            <ac:picMk id="12" creationId="{ED72E220-66E3-C895-AA2B-7821BAB0B80F}"/>
          </ac:picMkLst>
        </pc:picChg>
        <pc:picChg chg="del">
          <ac:chgData name="Mohammed Fasha" userId="cc64f42d-a1a6-4f08-b97b-0c37f877119f" providerId="ADAL" clId="{161A7FAA-B398-4429-9FC2-656B0895AF0F}" dt="2025-07-16T08:19:12.149" v="237" actId="21"/>
          <ac:picMkLst>
            <pc:docMk/>
            <pc:sldMk cId="1040197143" sldId="460"/>
            <ac:picMk id="13" creationId="{923AB4FC-8803-B130-E7FF-D6F9B65D8759}"/>
          </ac:picMkLst>
        </pc:picChg>
      </pc:sldChg>
      <pc:sldChg chg="modSp mod ord">
        <pc:chgData name="Mohammed Fasha" userId="cc64f42d-a1a6-4f08-b97b-0c37f877119f" providerId="ADAL" clId="{161A7FAA-B398-4429-9FC2-656B0895AF0F}" dt="2025-07-16T08:31:04.392" v="376" actId="5793"/>
        <pc:sldMkLst>
          <pc:docMk/>
          <pc:sldMk cId="2248227231" sldId="461"/>
        </pc:sldMkLst>
        <pc:spChg chg="mod">
          <ac:chgData name="Mohammed Fasha" userId="cc64f42d-a1a6-4f08-b97b-0c37f877119f" providerId="ADAL" clId="{161A7FAA-B398-4429-9FC2-656B0895AF0F}" dt="2025-07-16T08:31:04.392" v="376" actId="5793"/>
          <ac:spMkLst>
            <pc:docMk/>
            <pc:sldMk cId="2248227231" sldId="461"/>
            <ac:spMk id="15" creationId="{16489CD5-E694-96CA-6EE8-2DA9D775D58C}"/>
          </ac:spMkLst>
        </pc:spChg>
      </pc:sldChg>
      <pc:sldChg chg="addSp delSp modSp new mod">
        <pc:chgData name="Mohammed Fasha" userId="cc64f42d-a1a6-4f08-b97b-0c37f877119f" providerId="ADAL" clId="{161A7FAA-B398-4429-9FC2-656B0895AF0F}" dt="2025-07-16T08:08:48.133" v="117" actId="1076"/>
        <pc:sldMkLst>
          <pc:docMk/>
          <pc:sldMk cId="2300765676" sldId="477"/>
        </pc:sldMkLst>
        <pc:spChg chg="mod">
          <ac:chgData name="Mohammed Fasha" userId="cc64f42d-a1a6-4f08-b97b-0c37f877119f" providerId="ADAL" clId="{161A7FAA-B398-4429-9FC2-656B0895AF0F}" dt="2025-07-16T08:08:36.095" v="116" actId="27636"/>
          <ac:spMkLst>
            <pc:docMk/>
            <pc:sldMk cId="2300765676" sldId="477"/>
            <ac:spMk id="2" creationId="{B23B8AB6-5D16-5C93-D306-CA79D6F7715A}"/>
          </ac:spMkLst>
        </pc:spChg>
        <pc:spChg chg="mod">
          <ac:chgData name="Mohammed Fasha" userId="cc64f42d-a1a6-4f08-b97b-0c37f877119f" providerId="ADAL" clId="{161A7FAA-B398-4429-9FC2-656B0895AF0F}" dt="2025-07-16T08:06:36.346" v="104"/>
          <ac:spMkLst>
            <pc:docMk/>
            <pc:sldMk cId="2300765676" sldId="477"/>
            <ac:spMk id="3" creationId="{A955792E-C166-AD40-E023-9C9473F341EE}"/>
          </ac:spMkLst>
        </pc:spChg>
        <pc:picChg chg="add del">
          <ac:chgData name="Mohammed Fasha" userId="cc64f42d-a1a6-4f08-b97b-0c37f877119f" providerId="ADAL" clId="{161A7FAA-B398-4429-9FC2-656B0895AF0F}" dt="2025-07-16T08:05:48.658" v="91" actId="478"/>
          <ac:picMkLst>
            <pc:docMk/>
            <pc:sldMk cId="2300765676" sldId="477"/>
            <ac:picMk id="5" creationId="{45D6DA4C-2F0D-260B-8062-714BA9263593}"/>
          </ac:picMkLst>
        </pc:picChg>
        <pc:picChg chg="add del mod">
          <ac:chgData name="Mohammed Fasha" userId="cc64f42d-a1a6-4f08-b97b-0c37f877119f" providerId="ADAL" clId="{161A7FAA-B398-4429-9FC2-656B0895AF0F}" dt="2025-07-16T08:04:14.371" v="84" actId="478"/>
          <ac:picMkLst>
            <pc:docMk/>
            <pc:sldMk cId="2300765676" sldId="477"/>
            <ac:picMk id="1026" creationId="{F9570969-F598-6ACB-2DD4-CCA2812970C4}"/>
          </ac:picMkLst>
        </pc:picChg>
        <pc:picChg chg="add del mod">
          <ac:chgData name="Mohammed Fasha" userId="cc64f42d-a1a6-4f08-b97b-0c37f877119f" providerId="ADAL" clId="{161A7FAA-B398-4429-9FC2-656B0895AF0F}" dt="2025-07-16T08:05:11.635" v="89" actId="478"/>
          <ac:picMkLst>
            <pc:docMk/>
            <pc:sldMk cId="2300765676" sldId="477"/>
            <ac:picMk id="1028" creationId="{6CD59B2C-D8DA-FE8A-6FE6-FA28D990AF89}"/>
          </ac:picMkLst>
        </pc:picChg>
        <pc:picChg chg="add mod">
          <ac:chgData name="Mohammed Fasha" userId="cc64f42d-a1a6-4f08-b97b-0c37f877119f" providerId="ADAL" clId="{161A7FAA-B398-4429-9FC2-656B0895AF0F}" dt="2025-07-16T08:08:48.133" v="117" actId="1076"/>
          <ac:picMkLst>
            <pc:docMk/>
            <pc:sldMk cId="2300765676" sldId="477"/>
            <ac:picMk id="1030" creationId="{105D4075-60E9-9283-7A3C-A2F1DF21BE6F}"/>
          </ac:picMkLst>
        </pc:picChg>
      </pc:sldChg>
      <pc:sldChg chg="modSp new mod">
        <pc:chgData name="Mohammed Fasha" userId="cc64f42d-a1a6-4f08-b97b-0c37f877119f" providerId="ADAL" clId="{161A7FAA-B398-4429-9FC2-656B0895AF0F}" dt="2025-07-16T08:00:24.341" v="74" actId="20577"/>
        <pc:sldMkLst>
          <pc:docMk/>
          <pc:sldMk cId="2145969539" sldId="478"/>
        </pc:sldMkLst>
        <pc:spChg chg="mod">
          <ac:chgData name="Mohammed Fasha" userId="cc64f42d-a1a6-4f08-b97b-0c37f877119f" providerId="ADAL" clId="{161A7FAA-B398-4429-9FC2-656B0895AF0F}" dt="2025-07-16T08:00:24.341" v="74" actId="20577"/>
          <ac:spMkLst>
            <pc:docMk/>
            <pc:sldMk cId="2145969539" sldId="478"/>
            <ac:spMk id="2" creationId="{595313C8-76FF-2F07-3ED5-814AD3EC72DC}"/>
          </ac:spMkLst>
        </pc:spChg>
        <pc:spChg chg="mod">
          <ac:chgData name="Mohammed Fasha" userId="cc64f42d-a1a6-4f08-b97b-0c37f877119f" providerId="ADAL" clId="{161A7FAA-B398-4429-9FC2-656B0895AF0F}" dt="2025-07-16T07:59:36.176" v="10" actId="113"/>
          <ac:spMkLst>
            <pc:docMk/>
            <pc:sldMk cId="2145969539" sldId="478"/>
            <ac:spMk id="3" creationId="{071A7914-96DB-51CC-53B0-AF8ED0AF6AEC}"/>
          </ac:spMkLst>
        </pc:spChg>
      </pc:sldChg>
      <pc:sldChg chg="addSp delSp modSp new del mod">
        <pc:chgData name="Mohammed Fasha" userId="cc64f42d-a1a6-4f08-b97b-0c37f877119f" providerId="ADAL" clId="{161A7FAA-B398-4429-9FC2-656B0895AF0F}" dt="2025-07-16T08:08:07.529" v="114" actId="47"/>
        <pc:sldMkLst>
          <pc:docMk/>
          <pc:sldMk cId="575657110" sldId="479"/>
        </pc:sldMkLst>
        <pc:spChg chg="add del mod">
          <ac:chgData name="Mohammed Fasha" userId="cc64f42d-a1a6-4f08-b97b-0c37f877119f" providerId="ADAL" clId="{161A7FAA-B398-4429-9FC2-656B0895AF0F}" dt="2025-07-16T08:07:56.853" v="113" actId="404"/>
          <ac:spMkLst>
            <pc:docMk/>
            <pc:sldMk cId="575657110" sldId="479"/>
            <ac:spMk id="2" creationId="{4ADEBDBE-8C09-D3AD-763D-3410BE9FAF8D}"/>
          </ac:spMkLst>
        </pc:spChg>
        <pc:spChg chg="add mod">
          <ac:chgData name="Mohammed Fasha" userId="cc64f42d-a1a6-4f08-b97b-0c37f877119f" providerId="ADAL" clId="{161A7FAA-B398-4429-9FC2-656B0895AF0F}" dt="2025-07-16T08:07:02.451" v="107"/>
          <ac:spMkLst>
            <pc:docMk/>
            <pc:sldMk cId="575657110" sldId="479"/>
            <ac:spMk id="4" creationId="{61048862-B9F5-1154-77E8-4D0F5E449B7F}"/>
          </ac:spMkLst>
        </pc:spChg>
      </pc:sldChg>
      <pc:sldChg chg="modSp new mod">
        <pc:chgData name="Mohammed Fasha" userId="cc64f42d-a1a6-4f08-b97b-0c37f877119f" providerId="ADAL" clId="{161A7FAA-B398-4429-9FC2-656B0895AF0F}" dt="2025-07-16T08:12:50.396" v="164" actId="5793"/>
        <pc:sldMkLst>
          <pc:docMk/>
          <pc:sldMk cId="1427132372" sldId="479"/>
        </pc:sldMkLst>
        <pc:spChg chg="mod">
          <ac:chgData name="Mohammed Fasha" userId="cc64f42d-a1a6-4f08-b97b-0c37f877119f" providerId="ADAL" clId="{161A7FAA-B398-4429-9FC2-656B0895AF0F}" dt="2025-07-16T08:12:50.396" v="164" actId="5793"/>
          <ac:spMkLst>
            <pc:docMk/>
            <pc:sldMk cId="1427132372" sldId="479"/>
            <ac:spMk id="2" creationId="{E56CB444-3023-BA2B-502A-E63C438605D8}"/>
          </ac:spMkLst>
        </pc:spChg>
        <pc:spChg chg="mod">
          <ac:chgData name="Mohammed Fasha" userId="cc64f42d-a1a6-4f08-b97b-0c37f877119f" providerId="ADAL" clId="{161A7FAA-B398-4429-9FC2-656B0895AF0F}" dt="2025-07-16T08:12:34.428" v="155" actId="113"/>
          <ac:spMkLst>
            <pc:docMk/>
            <pc:sldMk cId="1427132372" sldId="479"/>
            <ac:spMk id="3" creationId="{55B8EC88-FA32-80C6-9212-225795D1FE9E}"/>
          </ac:spMkLst>
        </pc:spChg>
      </pc:sldChg>
      <pc:sldChg chg="addSp delSp modSp new mod">
        <pc:chgData name="Mohammed Fasha" userId="cc64f42d-a1a6-4f08-b97b-0c37f877119f" providerId="ADAL" clId="{161A7FAA-B398-4429-9FC2-656B0895AF0F}" dt="2025-07-16T08:15:31.546" v="209" actId="1076"/>
        <pc:sldMkLst>
          <pc:docMk/>
          <pc:sldMk cId="3075052158" sldId="480"/>
        </pc:sldMkLst>
        <pc:spChg chg="add del mod">
          <ac:chgData name="Mohammed Fasha" userId="cc64f42d-a1a6-4f08-b97b-0c37f877119f" providerId="ADAL" clId="{161A7FAA-B398-4429-9FC2-656B0895AF0F}" dt="2025-07-16T08:15:23.436" v="205" actId="14100"/>
          <ac:spMkLst>
            <pc:docMk/>
            <pc:sldMk cId="3075052158" sldId="480"/>
            <ac:spMk id="2" creationId="{D7723A21-97D0-9266-6B42-28CBEDC236D9}"/>
          </ac:spMkLst>
        </pc:spChg>
        <pc:spChg chg="mod">
          <ac:chgData name="Mohammed Fasha" userId="cc64f42d-a1a6-4f08-b97b-0c37f877119f" providerId="ADAL" clId="{161A7FAA-B398-4429-9FC2-656B0895AF0F}" dt="2025-07-16T08:13:33.725" v="185" actId="6549"/>
          <ac:spMkLst>
            <pc:docMk/>
            <pc:sldMk cId="3075052158" sldId="480"/>
            <ac:spMk id="3" creationId="{E520913F-E7B6-47CD-911A-B7E553D5285A}"/>
          </ac:spMkLst>
        </pc:spChg>
        <pc:spChg chg="add mod">
          <ac:chgData name="Mohammed Fasha" userId="cc64f42d-a1a6-4f08-b97b-0c37f877119f" providerId="ADAL" clId="{161A7FAA-B398-4429-9FC2-656B0895AF0F}" dt="2025-07-16T08:13:08.318" v="167"/>
          <ac:spMkLst>
            <pc:docMk/>
            <pc:sldMk cId="3075052158" sldId="480"/>
            <ac:spMk id="4" creationId="{5B28E922-3593-82D7-6A03-F52CCB4BFE39}"/>
          </ac:spMkLst>
        </pc:spChg>
        <pc:picChg chg="add mod">
          <ac:chgData name="Mohammed Fasha" userId="cc64f42d-a1a6-4f08-b97b-0c37f877119f" providerId="ADAL" clId="{161A7FAA-B398-4429-9FC2-656B0895AF0F}" dt="2025-07-16T08:15:31.546" v="209" actId="1076"/>
          <ac:picMkLst>
            <pc:docMk/>
            <pc:sldMk cId="3075052158" sldId="480"/>
            <ac:picMk id="5123" creationId="{7227A453-5C80-EF05-DBFF-BB24669D733C}"/>
          </ac:picMkLst>
        </pc:picChg>
      </pc:sldChg>
      <pc:sldChg chg="addSp modSp new mod">
        <pc:chgData name="Mohammed Fasha" userId="cc64f42d-a1a6-4f08-b97b-0c37f877119f" providerId="ADAL" clId="{161A7FAA-B398-4429-9FC2-656B0895AF0F}" dt="2025-07-16T08:26:24.604" v="351" actId="1076"/>
        <pc:sldMkLst>
          <pc:docMk/>
          <pc:sldMk cId="3717947773" sldId="481"/>
        </pc:sldMkLst>
        <pc:spChg chg="mod">
          <ac:chgData name="Mohammed Fasha" userId="cc64f42d-a1a6-4f08-b97b-0c37f877119f" providerId="ADAL" clId="{161A7FAA-B398-4429-9FC2-656B0895AF0F}" dt="2025-07-16T08:20:53.969" v="256" actId="404"/>
          <ac:spMkLst>
            <pc:docMk/>
            <pc:sldMk cId="3717947773" sldId="481"/>
            <ac:spMk id="2" creationId="{ECC626B6-A902-6BF5-9290-D13B2FC57543}"/>
          </ac:spMkLst>
        </pc:spChg>
        <pc:spChg chg="mod">
          <ac:chgData name="Mohammed Fasha" userId="cc64f42d-a1a6-4f08-b97b-0c37f877119f" providerId="ADAL" clId="{161A7FAA-B398-4429-9FC2-656B0895AF0F}" dt="2025-07-16T08:19:58.582" v="247" actId="113"/>
          <ac:spMkLst>
            <pc:docMk/>
            <pc:sldMk cId="3717947773" sldId="481"/>
            <ac:spMk id="3" creationId="{E11FBCEE-3920-1390-A5A2-B8102DBEF6F8}"/>
          </ac:spMkLst>
        </pc:spChg>
        <pc:spChg chg="add mod">
          <ac:chgData name="Mohammed Fasha" userId="cc64f42d-a1a6-4f08-b97b-0c37f877119f" providerId="ADAL" clId="{161A7FAA-B398-4429-9FC2-656B0895AF0F}" dt="2025-07-16T08:23:56.687" v="348" actId="27636"/>
          <ac:spMkLst>
            <pc:docMk/>
            <pc:sldMk cId="3717947773" sldId="481"/>
            <ac:spMk id="5" creationId="{A8F843FB-6888-4116-3CF1-CFF8977AD640}"/>
          </ac:spMkLst>
        </pc:spChg>
        <pc:picChg chg="add mod ord">
          <ac:chgData name="Mohammed Fasha" userId="cc64f42d-a1a6-4f08-b97b-0c37f877119f" providerId="ADAL" clId="{161A7FAA-B398-4429-9FC2-656B0895AF0F}" dt="2025-07-16T08:21:27.138" v="339" actId="1076"/>
          <ac:picMkLst>
            <pc:docMk/>
            <pc:sldMk cId="3717947773" sldId="481"/>
            <ac:picMk id="4" creationId="{159964DC-0CDA-4C8C-1325-DEC0B312A24B}"/>
          </ac:picMkLst>
        </pc:picChg>
        <pc:picChg chg="add mod">
          <ac:chgData name="Mohammed Fasha" userId="cc64f42d-a1a6-4f08-b97b-0c37f877119f" providerId="ADAL" clId="{161A7FAA-B398-4429-9FC2-656B0895AF0F}" dt="2025-07-16T08:26:24.604" v="351" actId="1076"/>
          <ac:picMkLst>
            <pc:docMk/>
            <pc:sldMk cId="3717947773" sldId="481"/>
            <ac:picMk id="6146" creationId="{1E7C1A24-99FD-05FD-C2A7-F0B29742FF62}"/>
          </ac:picMkLst>
        </pc:picChg>
      </pc:sldChg>
      <pc:sldChg chg="new">
        <pc:chgData name="Mohammed Fasha" userId="cc64f42d-a1a6-4f08-b97b-0c37f877119f" providerId="ADAL" clId="{161A7FAA-B398-4429-9FC2-656B0895AF0F}" dt="2025-07-16T08:15:43.528" v="211" actId="680"/>
        <pc:sldMkLst>
          <pc:docMk/>
          <pc:sldMk cId="3941017664" sldId="482"/>
        </pc:sldMkLst>
      </pc:sldChg>
      <pc:sldChg chg="new">
        <pc:chgData name="Mohammed Fasha" userId="cc64f42d-a1a6-4f08-b97b-0c37f877119f" providerId="ADAL" clId="{161A7FAA-B398-4429-9FC2-656B0895AF0F}" dt="2025-07-16T08:15:43.712" v="212" actId="680"/>
        <pc:sldMkLst>
          <pc:docMk/>
          <pc:sldMk cId="1291192180" sldId="483"/>
        </pc:sldMkLst>
      </pc:sldChg>
      <pc:sldChg chg="addSp modSp new mod">
        <pc:chgData name="Mohammed Fasha" userId="cc64f42d-a1a6-4f08-b97b-0c37f877119f" providerId="ADAL" clId="{161A7FAA-B398-4429-9FC2-656B0895AF0F}" dt="2025-07-16T08:19:15.788" v="238"/>
        <pc:sldMkLst>
          <pc:docMk/>
          <pc:sldMk cId="1949621639" sldId="484"/>
        </pc:sldMkLst>
        <pc:spChg chg="mod">
          <ac:chgData name="Mohammed Fasha" userId="cc64f42d-a1a6-4f08-b97b-0c37f877119f" providerId="ADAL" clId="{161A7FAA-B398-4429-9FC2-656B0895AF0F}" dt="2025-07-16T08:17:24.427" v="231" actId="14100"/>
          <ac:spMkLst>
            <pc:docMk/>
            <pc:sldMk cId="1949621639" sldId="484"/>
            <ac:spMk id="2" creationId="{00E50F6B-D0D0-409C-B437-2D7A32D8857A}"/>
          </ac:spMkLst>
        </pc:spChg>
        <pc:spChg chg="mod">
          <ac:chgData name="Mohammed Fasha" userId="cc64f42d-a1a6-4f08-b97b-0c37f877119f" providerId="ADAL" clId="{161A7FAA-B398-4429-9FC2-656B0895AF0F}" dt="2025-07-16T08:16:40.937" v="221" actId="113"/>
          <ac:spMkLst>
            <pc:docMk/>
            <pc:sldMk cId="1949621639" sldId="484"/>
            <ac:spMk id="3" creationId="{8AEB1D58-5352-F4F3-2A11-C6F2225E69D6}"/>
          </ac:spMkLst>
        </pc:spChg>
        <pc:picChg chg="add mod">
          <ac:chgData name="Mohammed Fasha" userId="cc64f42d-a1a6-4f08-b97b-0c37f877119f" providerId="ADAL" clId="{161A7FAA-B398-4429-9FC2-656B0895AF0F}" dt="2025-07-16T08:19:01.838" v="236" actId="1076"/>
          <ac:picMkLst>
            <pc:docMk/>
            <pc:sldMk cId="1949621639" sldId="484"/>
            <ac:picMk id="12" creationId="{ED72E220-66E3-C895-AA2B-7821BAB0B80F}"/>
          </ac:picMkLst>
        </pc:picChg>
        <pc:picChg chg="add mod">
          <ac:chgData name="Mohammed Fasha" userId="cc64f42d-a1a6-4f08-b97b-0c37f877119f" providerId="ADAL" clId="{161A7FAA-B398-4429-9FC2-656B0895AF0F}" dt="2025-07-16T08:19:15.788" v="238"/>
          <ac:picMkLst>
            <pc:docMk/>
            <pc:sldMk cId="1949621639" sldId="484"/>
            <ac:picMk id="13" creationId="{923AB4FC-8803-B130-E7FF-D6F9B65D8759}"/>
          </ac:picMkLst>
        </pc:picChg>
      </pc:sldChg>
    </pc:docChg>
  </pc:docChgLst>
  <pc:docChgLst>
    <pc:chgData name="Mohammed Fasha" userId="cc64f42d-a1a6-4f08-b97b-0c37f877119f" providerId="ADAL" clId="{30B40AC3-5669-44FB-A9B9-80E8E88C9E32}"/>
    <pc:docChg chg="undo custSel addSld delSld modSld">
      <pc:chgData name="Mohammed Fasha" userId="cc64f42d-a1a6-4f08-b97b-0c37f877119f" providerId="ADAL" clId="{30B40AC3-5669-44FB-A9B9-80E8E88C9E32}" dt="2024-10-21T08:00:22.594" v="429" actId="207"/>
      <pc:docMkLst>
        <pc:docMk/>
      </pc:docMkLst>
      <pc:sldChg chg="modSp">
        <pc:chgData name="Mohammed Fasha" userId="cc64f42d-a1a6-4f08-b97b-0c37f877119f" providerId="ADAL" clId="{30B40AC3-5669-44FB-A9B9-80E8E88C9E32}" dt="2024-10-21T07:01:55.743" v="0" actId="207"/>
        <pc:sldMkLst>
          <pc:docMk/>
          <pc:sldMk cId="4051642265" sldId="268"/>
        </pc:sldMkLst>
      </pc:sldChg>
      <pc:sldChg chg="modSp">
        <pc:chgData name="Mohammed Fasha" userId="cc64f42d-a1a6-4f08-b97b-0c37f877119f" providerId="ADAL" clId="{30B40AC3-5669-44FB-A9B9-80E8E88C9E32}" dt="2024-10-21T07:23:44.619" v="11"/>
        <pc:sldMkLst>
          <pc:docMk/>
          <pc:sldMk cId="1260131707" sldId="277"/>
        </pc:sldMkLst>
      </pc:sldChg>
      <pc:sldChg chg="addSp delSp modSp add del">
        <pc:chgData name="Mohammed Fasha" userId="cc64f42d-a1a6-4f08-b97b-0c37f877119f" providerId="ADAL" clId="{30B40AC3-5669-44FB-A9B9-80E8E88C9E32}" dt="2024-10-21T07:42:04.586" v="230" actId="2696"/>
        <pc:sldMkLst>
          <pc:docMk/>
          <pc:sldMk cId="3743348053" sldId="456"/>
        </pc:sldMkLst>
      </pc:sldChg>
      <pc:sldChg chg="addSp delSp modSp add del">
        <pc:chgData name="Mohammed Fasha" userId="cc64f42d-a1a6-4f08-b97b-0c37f877119f" providerId="ADAL" clId="{30B40AC3-5669-44FB-A9B9-80E8E88C9E32}" dt="2024-10-21T07:43:37.674" v="248" actId="2696"/>
        <pc:sldMkLst>
          <pc:docMk/>
          <pc:sldMk cId="1914310957" sldId="457"/>
        </pc:sldMkLst>
      </pc:sldChg>
      <pc:sldChg chg="addSp delSp modSp add del">
        <pc:chgData name="Mohammed Fasha" userId="cc64f42d-a1a6-4f08-b97b-0c37f877119f" providerId="ADAL" clId="{30B40AC3-5669-44FB-A9B9-80E8E88C9E32}" dt="2024-10-21T07:43:44.968" v="251" actId="2696"/>
        <pc:sldMkLst>
          <pc:docMk/>
          <pc:sldMk cId="1563484610" sldId="458"/>
        </pc:sldMkLst>
      </pc:sldChg>
      <pc:sldChg chg="addSp delSp modSp add del">
        <pc:chgData name="Mohammed Fasha" userId="cc64f42d-a1a6-4f08-b97b-0c37f877119f" providerId="ADAL" clId="{30B40AC3-5669-44FB-A9B9-80E8E88C9E32}" dt="2024-10-21T07:43:48.926" v="253" actId="2696"/>
        <pc:sldMkLst>
          <pc:docMk/>
          <pc:sldMk cId="3782395966" sldId="459"/>
        </pc:sldMkLst>
      </pc:sldChg>
      <pc:sldChg chg="addSp delSp modSp add">
        <pc:chgData name="Mohammed Fasha" userId="cc64f42d-a1a6-4f08-b97b-0c37f877119f" providerId="ADAL" clId="{30B40AC3-5669-44FB-A9B9-80E8E88C9E32}" dt="2024-10-21T07:58:46.456" v="410" actId="207"/>
        <pc:sldMkLst>
          <pc:docMk/>
          <pc:sldMk cId="713799975" sldId="460"/>
        </pc:sldMkLst>
      </pc:sldChg>
      <pc:sldChg chg="addSp delSp modSp add">
        <pc:chgData name="Mohammed Fasha" userId="cc64f42d-a1a6-4f08-b97b-0c37f877119f" providerId="ADAL" clId="{30B40AC3-5669-44FB-A9B9-80E8E88C9E32}" dt="2024-10-21T08:00:22.594" v="429" actId="207"/>
        <pc:sldMkLst>
          <pc:docMk/>
          <pc:sldMk cId="1559487564" sldId="461"/>
        </pc:sldMkLst>
      </pc:sldChg>
      <pc:sldChg chg="addSp delSp modSp add">
        <pc:chgData name="Mohammed Fasha" userId="cc64f42d-a1a6-4f08-b97b-0c37f877119f" providerId="ADAL" clId="{30B40AC3-5669-44FB-A9B9-80E8E88C9E32}" dt="2024-10-21T07:54:42.825" v="379" actId="207"/>
        <pc:sldMkLst>
          <pc:docMk/>
          <pc:sldMk cId="3087456825" sldId="462"/>
        </pc:sldMkLst>
      </pc:sldChg>
      <pc:sldChg chg="addSp delSp modSp add">
        <pc:chgData name="Mohammed Fasha" userId="cc64f42d-a1a6-4f08-b97b-0c37f877119f" providerId="ADAL" clId="{30B40AC3-5669-44FB-A9B9-80E8E88C9E32}" dt="2024-10-21T07:56:10.314" v="392" actId="14100"/>
        <pc:sldMkLst>
          <pc:docMk/>
          <pc:sldMk cId="1869085755" sldId="463"/>
        </pc:sldMkLst>
      </pc:sldChg>
      <pc:sldChg chg="addSp modSp add">
        <pc:chgData name="Mohammed Fasha" userId="cc64f42d-a1a6-4f08-b97b-0c37f877119f" providerId="ADAL" clId="{30B40AC3-5669-44FB-A9B9-80E8E88C9E32}" dt="2024-10-21T07:56:43.392" v="396" actId="5793"/>
        <pc:sldMkLst>
          <pc:docMk/>
          <pc:sldMk cId="4139560" sldId="464"/>
        </pc:sldMkLst>
      </pc:sldChg>
      <pc:sldChg chg="addSp modSp add">
        <pc:chgData name="Mohammed Fasha" userId="cc64f42d-a1a6-4f08-b97b-0c37f877119f" providerId="ADAL" clId="{30B40AC3-5669-44FB-A9B9-80E8E88C9E32}" dt="2024-10-21T07:57:39.264" v="404" actId="207"/>
        <pc:sldMkLst>
          <pc:docMk/>
          <pc:sldMk cId="277181267" sldId="465"/>
        </pc:sldMkLst>
      </pc:sldChg>
    </pc:docChg>
  </pc:docChgLst>
  <pc:docChgLst>
    <pc:chgData name="Mohammed Fasha" userId="cc64f42d-a1a6-4f08-b97b-0c37f877119f" providerId="ADAL" clId="{D1859E10-E91F-4CD4-B9AD-657F2116AC8C}"/>
    <pc:docChg chg="custSel modMainMaster">
      <pc:chgData name="Mohammed Fasha" userId="cc64f42d-a1a6-4f08-b97b-0c37f877119f" providerId="ADAL" clId="{D1859E10-E91F-4CD4-B9AD-657F2116AC8C}" dt="2024-11-09T05:23:14.444" v="3" actId="1076"/>
      <pc:docMkLst>
        <pc:docMk/>
      </pc:docMkLst>
      <pc:sldMasterChg chg="addSp delSp modSp mod">
        <pc:chgData name="Mohammed Fasha" userId="cc64f42d-a1a6-4f08-b97b-0c37f877119f" providerId="ADAL" clId="{D1859E10-E91F-4CD4-B9AD-657F2116AC8C}" dt="2024-11-09T05:23:14.444" v="3" actId="1076"/>
        <pc:sldMasterMkLst>
          <pc:docMk/>
          <pc:sldMasterMk cId="2573801746" sldId="2147483648"/>
        </pc:sldMasterMkLst>
      </pc:sldMasterChg>
    </pc:docChg>
  </pc:docChgLst>
  <pc:docChgLst>
    <pc:chgData name="Mohammed Fasha" userId="cc64f42d-a1a6-4f08-b97b-0c37f877119f" providerId="ADAL" clId="{30DD28B9-8B97-487C-83EE-EC2EB54F3F9E}"/>
    <pc:docChg chg="undo custSel modSld">
      <pc:chgData name="Mohammed Fasha" userId="cc64f42d-a1a6-4f08-b97b-0c37f877119f" providerId="ADAL" clId="{30DD28B9-8B97-487C-83EE-EC2EB54F3F9E}" dt="2024-10-17T03:04:01.750" v="11" actId="1076"/>
      <pc:docMkLst>
        <pc:docMk/>
      </pc:docMkLst>
      <pc:sldChg chg="modSp mod">
        <pc:chgData name="Mohammed Fasha" userId="cc64f42d-a1a6-4f08-b97b-0c37f877119f" providerId="ADAL" clId="{30DD28B9-8B97-487C-83EE-EC2EB54F3F9E}" dt="2024-10-16T20:03:44.325" v="2" actId="20577"/>
        <pc:sldMkLst>
          <pc:docMk/>
          <pc:sldMk cId="1162554463" sldId="257"/>
        </pc:sldMkLst>
      </pc:sldChg>
      <pc:sldChg chg="modSp mod">
        <pc:chgData name="Mohammed Fasha" userId="cc64f42d-a1a6-4f08-b97b-0c37f877119f" providerId="ADAL" clId="{30DD28B9-8B97-487C-83EE-EC2EB54F3F9E}" dt="2024-10-16T20:03:53.393" v="4" actId="113"/>
        <pc:sldMkLst>
          <pc:docMk/>
          <pc:sldMk cId="706735111" sldId="258"/>
        </pc:sldMkLst>
      </pc:sldChg>
      <pc:sldChg chg="addSp delSp modSp mod">
        <pc:chgData name="Mohammed Fasha" userId="cc64f42d-a1a6-4f08-b97b-0c37f877119f" providerId="ADAL" clId="{30DD28B9-8B97-487C-83EE-EC2EB54F3F9E}" dt="2024-10-16T20:04:08.776" v="6"/>
        <pc:sldMkLst>
          <pc:docMk/>
          <pc:sldMk cId="2433706687" sldId="267"/>
        </pc:sldMkLst>
      </pc:sldChg>
      <pc:sldChg chg="addSp delSp modSp mod">
        <pc:chgData name="Mohammed Fasha" userId="cc64f42d-a1a6-4f08-b97b-0c37f877119f" providerId="ADAL" clId="{30DD28B9-8B97-487C-83EE-EC2EB54F3F9E}" dt="2024-10-16T20:04:23.488" v="10" actId="27636"/>
        <pc:sldMkLst>
          <pc:docMk/>
          <pc:sldMk cId="3925652072" sldId="271"/>
        </pc:sldMkLst>
      </pc:sldChg>
      <pc:sldChg chg="modSp mod">
        <pc:chgData name="Mohammed Fasha" userId="cc64f42d-a1a6-4f08-b97b-0c37f877119f" providerId="ADAL" clId="{30DD28B9-8B97-487C-83EE-EC2EB54F3F9E}" dt="2024-10-17T03:04:01.750" v="11" actId="1076"/>
        <pc:sldMkLst>
          <pc:docMk/>
          <pc:sldMk cId="1489447582" sldId="455"/>
        </pc:sldMkLst>
      </pc:sldChg>
    </pc:docChg>
  </pc:docChgLst>
  <pc:docChgLst>
    <pc:chgData name="Mohammed Fasha" userId="cc64f42d-a1a6-4f08-b97b-0c37f877119f" providerId="ADAL" clId="{985CD171-9E4A-4264-B045-872AAA800AE3}"/>
    <pc:docChg chg="undo custSel addSld delSld modSld sldOrd">
      <pc:chgData name="Mohammed Fasha" userId="cc64f42d-a1a6-4f08-b97b-0c37f877119f" providerId="ADAL" clId="{985CD171-9E4A-4264-B045-872AAA800AE3}" dt="2024-10-16T08:02:59.311" v="633" actId="404"/>
      <pc:docMkLst>
        <pc:docMk/>
      </pc:docMkLst>
      <pc:sldChg chg="modSp">
        <pc:chgData name="Mohammed Fasha" userId="cc64f42d-a1a6-4f08-b97b-0c37f877119f" providerId="ADAL" clId="{985CD171-9E4A-4264-B045-872AAA800AE3}" dt="2024-10-16T07:15:21.970" v="481" actId="27636"/>
        <pc:sldMkLst>
          <pc:docMk/>
          <pc:sldMk cId="1162554463" sldId="257"/>
        </pc:sldMkLst>
      </pc:sldChg>
      <pc:sldChg chg="addSp modSp">
        <pc:chgData name="Mohammed Fasha" userId="cc64f42d-a1a6-4f08-b97b-0c37f877119f" providerId="ADAL" clId="{985CD171-9E4A-4264-B045-872AAA800AE3}" dt="2024-10-16T07:06:03.884" v="437" actId="1076"/>
        <pc:sldMkLst>
          <pc:docMk/>
          <pc:sldMk cId="706735111" sldId="258"/>
        </pc:sldMkLst>
      </pc:sldChg>
      <pc:sldChg chg="addSp delSp modSp ord">
        <pc:chgData name="Mohammed Fasha" userId="cc64f42d-a1a6-4f08-b97b-0c37f877119f" providerId="ADAL" clId="{985CD171-9E4A-4264-B045-872AAA800AE3}" dt="2024-10-16T07:00:38.831" v="349" actId="207"/>
        <pc:sldMkLst>
          <pc:docMk/>
          <pc:sldMk cId="4289469650" sldId="261"/>
        </pc:sldMkLst>
      </pc:sldChg>
      <pc:sldChg chg="addSp delSp modSp ord">
        <pc:chgData name="Mohammed Fasha" userId="cc64f42d-a1a6-4f08-b97b-0c37f877119f" providerId="ADAL" clId="{985CD171-9E4A-4264-B045-872AAA800AE3}" dt="2024-10-16T06:46:39.846" v="191" actId="14100"/>
        <pc:sldMkLst>
          <pc:docMk/>
          <pc:sldMk cId="4130133658" sldId="262"/>
        </pc:sldMkLst>
      </pc:sldChg>
      <pc:sldChg chg="addSp modSp ord">
        <pc:chgData name="Mohammed Fasha" userId="cc64f42d-a1a6-4f08-b97b-0c37f877119f" providerId="ADAL" clId="{985CD171-9E4A-4264-B045-872AAA800AE3}" dt="2024-10-16T07:55:18.576" v="615" actId="207"/>
        <pc:sldMkLst>
          <pc:docMk/>
          <pc:sldMk cId="4074862586" sldId="263"/>
        </pc:sldMkLst>
      </pc:sldChg>
      <pc:sldChg chg="addSp delSp modSp add">
        <pc:chgData name="Mohammed Fasha" userId="cc64f42d-a1a6-4f08-b97b-0c37f877119f" providerId="ADAL" clId="{985CD171-9E4A-4264-B045-872AAA800AE3}" dt="2024-10-16T07:54:33.790" v="610"/>
        <pc:sldMkLst>
          <pc:docMk/>
          <pc:sldMk cId="2611575643" sldId="264"/>
        </pc:sldMkLst>
      </pc:sldChg>
      <pc:sldChg chg="addSp modSp add ord">
        <pc:chgData name="Mohammed Fasha" userId="cc64f42d-a1a6-4f08-b97b-0c37f877119f" providerId="ADAL" clId="{985CD171-9E4A-4264-B045-872AAA800AE3}" dt="2024-10-16T07:08:38.092" v="475" actId="27636"/>
        <pc:sldMkLst>
          <pc:docMk/>
          <pc:sldMk cId="335199774" sldId="265"/>
        </pc:sldMkLst>
      </pc:sldChg>
      <pc:sldChg chg="addSp delSp modSp add">
        <pc:chgData name="Mohammed Fasha" userId="cc64f42d-a1a6-4f08-b97b-0c37f877119f" providerId="ADAL" clId="{985CD171-9E4A-4264-B045-872AAA800AE3}" dt="2024-10-16T07:02:57.901" v="385" actId="27636"/>
        <pc:sldMkLst>
          <pc:docMk/>
          <pc:sldMk cId="2810357117" sldId="266"/>
        </pc:sldMkLst>
      </pc:sldChg>
      <pc:sldChg chg="addSp modSp add">
        <pc:chgData name="Mohammed Fasha" userId="cc64f42d-a1a6-4f08-b97b-0c37f877119f" providerId="ADAL" clId="{985CD171-9E4A-4264-B045-872AAA800AE3}" dt="2024-10-16T07:03:19.455" v="397" actId="27636"/>
        <pc:sldMkLst>
          <pc:docMk/>
          <pc:sldMk cId="2433706687" sldId="267"/>
        </pc:sldMkLst>
      </pc:sldChg>
      <pc:sldChg chg="addSp modSp add">
        <pc:chgData name="Mohammed Fasha" userId="cc64f42d-a1a6-4f08-b97b-0c37f877119f" providerId="ADAL" clId="{985CD171-9E4A-4264-B045-872AAA800AE3}" dt="2024-10-16T08:00:33.047" v="616" actId="14100"/>
        <pc:sldMkLst>
          <pc:docMk/>
          <pc:sldMk cId="4051642265" sldId="268"/>
        </pc:sldMkLst>
      </pc:sldChg>
      <pc:sldChg chg="addSp modSp add">
        <pc:chgData name="Mohammed Fasha" userId="cc64f42d-a1a6-4f08-b97b-0c37f877119f" providerId="ADAL" clId="{985CD171-9E4A-4264-B045-872AAA800AE3}" dt="2024-10-16T07:04:05.205" v="412" actId="14100"/>
        <pc:sldMkLst>
          <pc:docMk/>
          <pc:sldMk cId="87410777" sldId="269"/>
        </pc:sldMkLst>
      </pc:sldChg>
      <pc:sldChg chg="addSp modSp add">
        <pc:chgData name="Mohammed Fasha" userId="cc64f42d-a1a6-4f08-b97b-0c37f877119f" providerId="ADAL" clId="{985CD171-9E4A-4264-B045-872AAA800AE3}" dt="2024-10-16T07:04:34.185" v="419" actId="14100"/>
        <pc:sldMkLst>
          <pc:docMk/>
          <pc:sldMk cId="595502031" sldId="270"/>
        </pc:sldMkLst>
      </pc:sldChg>
      <pc:sldChg chg="addSp modSp add ord">
        <pc:chgData name="Mohammed Fasha" userId="cc64f42d-a1a6-4f08-b97b-0c37f877119f" providerId="ADAL" clId="{985CD171-9E4A-4264-B045-872AAA800AE3}" dt="2024-10-16T07:03:52.480" v="404" actId="27636"/>
        <pc:sldMkLst>
          <pc:docMk/>
          <pc:sldMk cId="3925652072" sldId="271"/>
        </pc:sldMkLst>
      </pc:sldChg>
      <pc:sldChg chg="addSp modSp add">
        <pc:chgData name="Mohammed Fasha" userId="cc64f42d-a1a6-4f08-b97b-0c37f877119f" providerId="ADAL" clId="{985CD171-9E4A-4264-B045-872AAA800AE3}" dt="2024-10-16T07:04:42.805" v="424" actId="1076"/>
        <pc:sldMkLst>
          <pc:docMk/>
          <pc:sldMk cId="463115072" sldId="272"/>
        </pc:sldMkLst>
      </pc:sldChg>
      <pc:sldChg chg="addSp modSp add">
        <pc:chgData name="Mohammed Fasha" userId="cc64f42d-a1a6-4f08-b97b-0c37f877119f" providerId="ADAL" clId="{985CD171-9E4A-4264-B045-872AAA800AE3}" dt="2024-10-16T07:06:32.789" v="441" actId="14100"/>
        <pc:sldMkLst>
          <pc:docMk/>
          <pc:sldMk cId="3668955903" sldId="273"/>
        </pc:sldMkLst>
      </pc:sldChg>
      <pc:sldChg chg="addSp delSp modSp add">
        <pc:chgData name="Mohammed Fasha" userId="cc64f42d-a1a6-4f08-b97b-0c37f877119f" providerId="ADAL" clId="{985CD171-9E4A-4264-B045-872AAA800AE3}" dt="2024-10-16T07:06:45.628" v="449" actId="27636"/>
        <pc:sldMkLst>
          <pc:docMk/>
          <pc:sldMk cId="3192380798" sldId="274"/>
        </pc:sldMkLst>
      </pc:sldChg>
      <pc:sldChg chg="addSp modSp add">
        <pc:chgData name="Mohammed Fasha" userId="cc64f42d-a1a6-4f08-b97b-0c37f877119f" providerId="ADAL" clId="{985CD171-9E4A-4264-B045-872AAA800AE3}" dt="2024-10-16T07:07:23.747" v="460" actId="20577"/>
        <pc:sldMkLst>
          <pc:docMk/>
          <pc:sldMk cId="3898002179" sldId="275"/>
        </pc:sldMkLst>
      </pc:sldChg>
      <pc:sldChg chg="addSp modSp add">
        <pc:chgData name="Mohammed Fasha" userId="cc64f42d-a1a6-4f08-b97b-0c37f877119f" providerId="ADAL" clId="{985CD171-9E4A-4264-B045-872AAA800AE3}" dt="2024-10-16T07:07:35.379" v="465" actId="27636"/>
        <pc:sldMkLst>
          <pc:docMk/>
          <pc:sldMk cId="1503352162" sldId="276"/>
        </pc:sldMkLst>
      </pc:sldChg>
      <pc:sldChg chg="addSp delSp modSp add">
        <pc:chgData name="Mohammed Fasha" userId="cc64f42d-a1a6-4f08-b97b-0c37f877119f" providerId="ADAL" clId="{985CD171-9E4A-4264-B045-872AAA800AE3}" dt="2024-10-16T07:28:38.184" v="537" actId="948"/>
        <pc:sldMkLst>
          <pc:docMk/>
          <pc:sldMk cId="1260131707" sldId="277"/>
        </pc:sldMkLst>
      </pc:sldChg>
      <pc:sldChg chg="addSp modSp add ord">
        <pc:chgData name="Mohammed Fasha" userId="cc64f42d-a1a6-4f08-b97b-0c37f877119f" providerId="ADAL" clId="{985CD171-9E4A-4264-B045-872AAA800AE3}" dt="2024-10-16T07:16:54.093" v="501" actId="27636"/>
        <pc:sldMkLst>
          <pc:docMk/>
          <pc:sldMk cId="1324937023" sldId="280"/>
        </pc:sldMkLst>
      </pc:sldChg>
      <pc:sldChg chg="addSp delSp modSp add">
        <pc:chgData name="Mohammed Fasha" userId="cc64f42d-a1a6-4f08-b97b-0c37f877119f" providerId="ADAL" clId="{985CD171-9E4A-4264-B045-872AAA800AE3}" dt="2024-10-16T07:44:30.797" v="606" actId="5793"/>
        <pc:sldMkLst>
          <pc:docMk/>
          <pc:sldMk cId="4085727926" sldId="281"/>
        </pc:sldMkLst>
      </pc:sldChg>
      <pc:sldChg chg="addSp modSp add">
        <pc:chgData name="Mohammed Fasha" userId="cc64f42d-a1a6-4f08-b97b-0c37f877119f" providerId="ADAL" clId="{985CD171-9E4A-4264-B045-872AAA800AE3}" dt="2024-10-16T08:01:33.772" v="621" actId="403"/>
        <pc:sldMkLst>
          <pc:docMk/>
          <pc:sldMk cId="156012141" sldId="282"/>
        </pc:sldMkLst>
      </pc:sldChg>
      <pc:sldChg chg="addSp modSp add">
        <pc:chgData name="Mohammed Fasha" userId="cc64f42d-a1a6-4f08-b97b-0c37f877119f" providerId="ADAL" clId="{985CD171-9E4A-4264-B045-872AAA800AE3}" dt="2024-10-16T08:02:59.311" v="633" actId="404"/>
        <pc:sldMkLst>
          <pc:docMk/>
          <pc:sldMk cId="248623450" sldId="28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6112-AC8D-4ACE-8E48-52E7B81626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582888-4F79-4F48-BB34-55F137D084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C8FABB-E1DA-40E5-81F8-A6BC660742B4}"/>
              </a:ext>
            </a:extLst>
          </p:cNvPr>
          <p:cNvSpPr>
            <a:spLocks noGrp="1"/>
          </p:cNvSpPr>
          <p:nvPr>
            <p:ph type="dt" sz="half" idx="10"/>
          </p:nvPr>
        </p:nvSpPr>
        <p:spPr/>
        <p:txBody>
          <a:bodyPr/>
          <a:lstStyle/>
          <a:p>
            <a:fld id="{D83FB9BE-DA6C-46CF-8E77-0CE63E601AD4}" type="datetimeFigureOut">
              <a:rPr lang="en-US" smtClean="0"/>
              <a:t>7/16/2025</a:t>
            </a:fld>
            <a:endParaRPr lang="en-US"/>
          </a:p>
        </p:txBody>
      </p:sp>
      <p:sp>
        <p:nvSpPr>
          <p:cNvPr id="5" name="Footer Placeholder 4">
            <a:extLst>
              <a:ext uri="{FF2B5EF4-FFF2-40B4-BE49-F238E27FC236}">
                <a16:creationId xmlns:a16="http://schemas.microsoft.com/office/drawing/2014/main" id="{71DBF0E4-913A-42F4-8D4E-38DAC44508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33C5D3-EEF3-4117-A28C-852771FE0177}"/>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871815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B3C61F-38E8-4752-B24C-864B3F324ADB}"/>
              </a:ext>
            </a:extLst>
          </p:cNvPr>
          <p:cNvSpPr>
            <a:spLocks noGrp="1"/>
          </p:cNvSpPr>
          <p:nvPr>
            <p:ph idx="1"/>
          </p:nvPr>
        </p:nvSpPr>
        <p:spPr>
          <a:xfrm>
            <a:off x="838200" y="1633491"/>
            <a:ext cx="10515600" cy="513129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3C84F030-E44F-DCD3-80BE-2A466F72EF0F}"/>
              </a:ext>
            </a:extLst>
          </p:cNvPr>
          <p:cNvSpPr>
            <a:spLocks noGrp="1"/>
          </p:cNvSpPr>
          <p:nvPr>
            <p:ph type="title"/>
          </p:nvPr>
        </p:nvSpPr>
        <p:spPr>
          <a:xfrm>
            <a:off x="838200" y="797523"/>
            <a:ext cx="10515600" cy="748208"/>
          </a:xfrm>
          <a:solidFill>
            <a:srgbClr val="67337A"/>
          </a:solidFill>
        </p:spPr>
        <p:txBody>
          <a:bodyPr>
            <a:normAutofit/>
          </a:bodyPr>
          <a:lstStyle>
            <a:lvl1pPr>
              <a:defRPr sz="2800" b="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033015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E0963-D917-4DC0-B382-F1828BECE4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E5F4FB-4C95-4117-B577-5C793BF92D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3D745EC-8234-48CD-A1D3-947D99A06873}"/>
              </a:ext>
            </a:extLst>
          </p:cNvPr>
          <p:cNvSpPr>
            <a:spLocks noGrp="1"/>
          </p:cNvSpPr>
          <p:nvPr>
            <p:ph type="dt" sz="half" idx="10"/>
          </p:nvPr>
        </p:nvSpPr>
        <p:spPr/>
        <p:txBody>
          <a:bodyPr/>
          <a:lstStyle/>
          <a:p>
            <a:fld id="{D83FB9BE-DA6C-46CF-8E77-0CE63E601AD4}" type="datetimeFigureOut">
              <a:rPr lang="en-US" smtClean="0"/>
              <a:t>7/16/2025</a:t>
            </a:fld>
            <a:endParaRPr lang="en-US"/>
          </a:p>
        </p:txBody>
      </p:sp>
      <p:sp>
        <p:nvSpPr>
          <p:cNvPr id="5" name="Footer Placeholder 4">
            <a:extLst>
              <a:ext uri="{FF2B5EF4-FFF2-40B4-BE49-F238E27FC236}">
                <a16:creationId xmlns:a16="http://schemas.microsoft.com/office/drawing/2014/main" id="{B550595C-7879-4EA0-B170-AB3E50C03C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F9CE3F-4714-48C6-9839-2CB8252C5B3C}"/>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066964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F9BF5-6C80-4AEF-AE97-7C8AB03439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DD0501-4A6F-49EE-B7F4-19D1C253023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EDA6D0-D48F-4BD9-8412-E6DC4CF2E5E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55298B-43D4-4402-A849-13297FCDE5BB}"/>
              </a:ext>
            </a:extLst>
          </p:cNvPr>
          <p:cNvSpPr>
            <a:spLocks noGrp="1"/>
          </p:cNvSpPr>
          <p:nvPr>
            <p:ph type="dt" sz="half" idx="10"/>
          </p:nvPr>
        </p:nvSpPr>
        <p:spPr/>
        <p:txBody>
          <a:bodyPr/>
          <a:lstStyle/>
          <a:p>
            <a:fld id="{D83FB9BE-DA6C-46CF-8E77-0CE63E601AD4}" type="datetimeFigureOut">
              <a:rPr lang="en-US" smtClean="0"/>
              <a:t>7/16/2025</a:t>
            </a:fld>
            <a:endParaRPr lang="en-US"/>
          </a:p>
        </p:txBody>
      </p:sp>
      <p:sp>
        <p:nvSpPr>
          <p:cNvPr id="6" name="Footer Placeholder 5">
            <a:extLst>
              <a:ext uri="{FF2B5EF4-FFF2-40B4-BE49-F238E27FC236}">
                <a16:creationId xmlns:a16="http://schemas.microsoft.com/office/drawing/2014/main" id="{57D0E6CD-75B4-4A09-8584-E59C81525F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D2BB89-22CD-4F91-AB34-051DCF8EACE6}"/>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50509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4A0A4-6D9E-43AC-A49E-7E284021C0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EA559B-A83B-4D3A-BA1F-8D7F164AE6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B6B0235-F788-4B01-9B42-AE14A1121F5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DA9818-35E8-411B-B6D9-4ED0BD90C0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3F8F45B-EACB-41DA-B887-2B69FAEB129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ECC1F7-D529-43F0-A2C9-D154F400DF2B}"/>
              </a:ext>
            </a:extLst>
          </p:cNvPr>
          <p:cNvSpPr>
            <a:spLocks noGrp="1"/>
          </p:cNvSpPr>
          <p:nvPr>
            <p:ph type="dt" sz="half" idx="10"/>
          </p:nvPr>
        </p:nvSpPr>
        <p:spPr/>
        <p:txBody>
          <a:bodyPr/>
          <a:lstStyle/>
          <a:p>
            <a:fld id="{D83FB9BE-DA6C-46CF-8E77-0CE63E601AD4}" type="datetimeFigureOut">
              <a:rPr lang="en-US" smtClean="0"/>
              <a:t>7/16/2025</a:t>
            </a:fld>
            <a:endParaRPr lang="en-US"/>
          </a:p>
        </p:txBody>
      </p:sp>
      <p:sp>
        <p:nvSpPr>
          <p:cNvPr id="8" name="Footer Placeholder 7">
            <a:extLst>
              <a:ext uri="{FF2B5EF4-FFF2-40B4-BE49-F238E27FC236}">
                <a16:creationId xmlns:a16="http://schemas.microsoft.com/office/drawing/2014/main" id="{752B60F2-B69B-49D7-A392-58397DD476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2ED006-6F96-45AC-B178-B30B20B9B03D}"/>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837583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DBDC0-0119-4C7F-95CF-C21656B6D7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BDA1D6-5684-4060-A498-D4324806466A}"/>
              </a:ext>
            </a:extLst>
          </p:cNvPr>
          <p:cNvSpPr>
            <a:spLocks noGrp="1"/>
          </p:cNvSpPr>
          <p:nvPr>
            <p:ph type="dt" sz="half" idx="10"/>
          </p:nvPr>
        </p:nvSpPr>
        <p:spPr/>
        <p:txBody>
          <a:bodyPr/>
          <a:lstStyle/>
          <a:p>
            <a:fld id="{D83FB9BE-DA6C-46CF-8E77-0CE63E601AD4}" type="datetimeFigureOut">
              <a:rPr lang="en-US" smtClean="0"/>
              <a:t>7/16/2025</a:t>
            </a:fld>
            <a:endParaRPr lang="en-US"/>
          </a:p>
        </p:txBody>
      </p:sp>
      <p:sp>
        <p:nvSpPr>
          <p:cNvPr id="4" name="Footer Placeholder 3">
            <a:extLst>
              <a:ext uri="{FF2B5EF4-FFF2-40B4-BE49-F238E27FC236}">
                <a16:creationId xmlns:a16="http://schemas.microsoft.com/office/drawing/2014/main" id="{0A8C7E28-AD5E-44A2-B601-F97555204E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A507C4-0999-4656-9DE1-72E9B29F9733}"/>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694329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A1F0D9-0894-4215-9177-553A6C0FFA47}"/>
              </a:ext>
            </a:extLst>
          </p:cNvPr>
          <p:cNvSpPr>
            <a:spLocks noGrp="1"/>
          </p:cNvSpPr>
          <p:nvPr>
            <p:ph type="dt" sz="half" idx="10"/>
          </p:nvPr>
        </p:nvSpPr>
        <p:spPr/>
        <p:txBody>
          <a:bodyPr/>
          <a:lstStyle/>
          <a:p>
            <a:fld id="{D83FB9BE-DA6C-46CF-8E77-0CE63E601AD4}" type="datetimeFigureOut">
              <a:rPr lang="en-US" smtClean="0"/>
              <a:t>7/16/2025</a:t>
            </a:fld>
            <a:endParaRPr lang="en-US"/>
          </a:p>
        </p:txBody>
      </p:sp>
      <p:sp>
        <p:nvSpPr>
          <p:cNvPr id="3" name="Footer Placeholder 2">
            <a:extLst>
              <a:ext uri="{FF2B5EF4-FFF2-40B4-BE49-F238E27FC236}">
                <a16:creationId xmlns:a16="http://schemas.microsoft.com/office/drawing/2014/main" id="{97134E79-ACFA-4279-814D-79DA0377E6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C309F4-DEA2-4DCC-B6C9-2372D692C7BF}"/>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259733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96105-9FBD-4D60-AA56-507570816A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89D010-363F-4758-8D57-CC229D66ED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552827-8A45-420D-AAA8-80BA5AA46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898E3C0-E767-4C46-9668-356828C37DC8}"/>
              </a:ext>
            </a:extLst>
          </p:cNvPr>
          <p:cNvSpPr>
            <a:spLocks noGrp="1"/>
          </p:cNvSpPr>
          <p:nvPr>
            <p:ph type="dt" sz="half" idx="10"/>
          </p:nvPr>
        </p:nvSpPr>
        <p:spPr/>
        <p:txBody>
          <a:bodyPr/>
          <a:lstStyle/>
          <a:p>
            <a:fld id="{D83FB9BE-DA6C-46CF-8E77-0CE63E601AD4}" type="datetimeFigureOut">
              <a:rPr lang="en-US" smtClean="0"/>
              <a:t>7/16/2025</a:t>
            </a:fld>
            <a:endParaRPr lang="en-US"/>
          </a:p>
        </p:txBody>
      </p:sp>
      <p:sp>
        <p:nvSpPr>
          <p:cNvPr id="6" name="Footer Placeholder 5">
            <a:extLst>
              <a:ext uri="{FF2B5EF4-FFF2-40B4-BE49-F238E27FC236}">
                <a16:creationId xmlns:a16="http://schemas.microsoft.com/office/drawing/2014/main" id="{3CE02315-2564-40D8-9A59-731BFADBE6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B7EBED-9B03-455F-B937-D756ACCCC4C2}"/>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2685282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58DA8-FF75-4CEE-A416-CA28CFB7C3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9F92EE-40B1-41C7-B943-B7DF530987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EEA1D9-BED1-411F-9752-1FD5B94B11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D5D83C3-F26B-425F-85C4-838B929C551B}"/>
              </a:ext>
            </a:extLst>
          </p:cNvPr>
          <p:cNvSpPr>
            <a:spLocks noGrp="1"/>
          </p:cNvSpPr>
          <p:nvPr>
            <p:ph type="dt" sz="half" idx="10"/>
          </p:nvPr>
        </p:nvSpPr>
        <p:spPr/>
        <p:txBody>
          <a:bodyPr/>
          <a:lstStyle/>
          <a:p>
            <a:fld id="{D83FB9BE-DA6C-46CF-8E77-0CE63E601AD4}" type="datetimeFigureOut">
              <a:rPr lang="en-US" smtClean="0"/>
              <a:t>7/16/2025</a:t>
            </a:fld>
            <a:endParaRPr lang="en-US"/>
          </a:p>
        </p:txBody>
      </p:sp>
      <p:sp>
        <p:nvSpPr>
          <p:cNvPr id="6" name="Footer Placeholder 5">
            <a:extLst>
              <a:ext uri="{FF2B5EF4-FFF2-40B4-BE49-F238E27FC236}">
                <a16:creationId xmlns:a16="http://schemas.microsoft.com/office/drawing/2014/main" id="{FF9E4A8B-21D0-42E1-8302-2B3A6E75CB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FB7A4B-92A0-4630-B231-AC9D7A514751}"/>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52443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1D4FD-850A-4A99-B34E-A4A684DF00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D6DB74-1946-4DE0-A8F1-BC41BD29A54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65AEC1-6746-4C15-9EB1-8807C459A606}"/>
              </a:ext>
            </a:extLst>
          </p:cNvPr>
          <p:cNvSpPr>
            <a:spLocks noGrp="1"/>
          </p:cNvSpPr>
          <p:nvPr>
            <p:ph type="dt" sz="half" idx="10"/>
          </p:nvPr>
        </p:nvSpPr>
        <p:spPr/>
        <p:txBody>
          <a:bodyPr/>
          <a:lstStyle/>
          <a:p>
            <a:fld id="{D83FB9BE-DA6C-46CF-8E77-0CE63E601AD4}" type="datetimeFigureOut">
              <a:rPr lang="en-US" smtClean="0"/>
              <a:t>7/16/2025</a:t>
            </a:fld>
            <a:endParaRPr lang="en-US"/>
          </a:p>
        </p:txBody>
      </p:sp>
      <p:sp>
        <p:nvSpPr>
          <p:cNvPr id="5" name="Footer Placeholder 4">
            <a:extLst>
              <a:ext uri="{FF2B5EF4-FFF2-40B4-BE49-F238E27FC236}">
                <a16:creationId xmlns:a16="http://schemas.microsoft.com/office/drawing/2014/main" id="{1C527A8E-1331-40FB-BB9B-0EE1072BC8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9DDA3D-9B52-4069-8571-FA251F652CC6}"/>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2599119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D08133-5371-422E-ABC7-05DC43B9C19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1C3F19-5EC5-4B83-A2BE-8BD38A1F94D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16ADFA-6B7B-44A9-AD85-FBDCEBDA524A}"/>
              </a:ext>
            </a:extLst>
          </p:cNvPr>
          <p:cNvSpPr>
            <a:spLocks noGrp="1"/>
          </p:cNvSpPr>
          <p:nvPr>
            <p:ph type="dt" sz="half" idx="10"/>
          </p:nvPr>
        </p:nvSpPr>
        <p:spPr/>
        <p:txBody>
          <a:bodyPr/>
          <a:lstStyle/>
          <a:p>
            <a:fld id="{D83FB9BE-DA6C-46CF-8E77-0CE63E601AD4}" type="datetimeFigureOut">
              <a:rPr lang="en-US" smtClean="0"/>
              <a:t>7/16/2025</a:t>
            </a:fld>
            <a:endParaRPr lang="en-US"/>
          </a:p>
        </p:txBody>
      </p:sp>
      <p:sp>
        <p:nvSpPr>
          <p:cNvPr id="5" name="Footer Placeholder 4">
            <a:extLst>
              <a:ext uri="{FF2B5EF4-FFF2-40B4-BE49-F238E27FC236}">
                <a16:creationId xmlns:a16="http://schemas.microsoft.com/office/drawing/2014/main" id="{9EFD7CF3-74D3-4345-BDFB-1F08FDF85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79D5B5-DCDB-44B0-92BF-5B3EC7AE327D}"/>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338090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6C23B1-5BD2-492E-BB5D-80286E8D54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201A1D-0EAD-4809-83D7-A9DDBB7FA0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93C167-E29F-4C41-8712-02F1FA09BC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3FB9BE-DA6C-46CF-8E77-0CE63E601AD4}" type="datetimeFigureOut">
              <a:rPr lang="en-US" smtClean="0"/>
              <a:t>7/16/2025</a:t>
            </a:fld>
            <a:endParaRPr lang="en-US"/>
          </a:p>
        </p:txBody>
      </p:sp>
      <p:sp>
        <p:nvSpPr>
          <p:cNvPr id="5" name="Footer Placeholder 4">
            <a:extLst>
              <a:ext uri="{FF2B5EF4-FFF2-40B4-BE49-F238E27FC236}">
                <a16:creationId xmlns:a16="http://schemas.microsoft.com/office/drawing/2014/main" id="{D4306FB7-1D8E-4524-A119-CFCFF27E52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AD57F23-FED6-4439-A2D3-4D37B55907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E29D2F-467D-4CAA-9ADB-059194B9CB47}" type="slidenum">
              <a:rPr lang="en-US" smtClean="0"/>
              <a:t>‹#›</a:t>
            </a:fld>
            <a:endParaRPr lang="en-US"/>
          </a:p>
        </p:txBody>
      </p:sp>
      <p:pic>
        <p:nvPicPr>
          <p:cNvPr id="7" name="Picture 6">
            <a:extLst>
              <a:ext uri="{FF2B5EF4-FFF2-40B4-BE49-F238E27FC236}">
                <a16:creationId xmlns:a16="http://schemas.microsoft.com/office/drawing/2014/main" id="{AF4320F6-19BF-1133-2EDD-A210E0F3792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9" name="Picture 8">
            <a:extLst>
              <a:ext uri="{FF2B5EF4-FFF2-40B4-BE49-F238E27FC236}">
                <a16:creationId xmlns:a16="http://schemas.microsoft.com/office/drawing/2014/main" id="{D32F9A66-1583-03D0-01B5-EAB11A75ABB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pic>
        <p:nvPicPr>
          <p:cNvPr id="10" name="Picture 9">
            <a:extLst>
              <a:ext uri="{FF2B5EF4-FFF2-40B4-BE49-F238E27FC236}">
                <a16:creationId xmlns:a16="http://schemas.microsoft.com/office/drawing/2014/main" id="{60C727CE-6255-82CB-CFCB-7738B389789F}"/>
              </a:ext>
            </a:extLst>
          </p:cNvPr>
          <p:cNvPicPr>
            <a:picLocks noChangeAspect="1"/>
          </p:cNvPicPr>
          <p:nvPr userDrawn="1"/>
        </p:nvPicPr>
        <p:blipFill>
          <a:blip r:embed="rId15"/>
          <a:stretch>
            <a:fillRect/>
          </a:stretch>
        </p:blipFill>
        <p:spPr>
          <a:xfrm>
            <a:off x="0" y="165156"/>
            <a:ext cx="2123320" cy="447651"/>
          </a:xfrm>
          <a:prstGeom prst="rect">
            <a:avLst/>
          </a:prstGeom>
        </p:spPr>
      </p:pic>
    </p:spTree>
    <p:extLst>
      <p:ext uri="{BB962C8B-B14F-4D97-AF65-F5344CB8AC3E}">
        <p14:creationId xmlns:p14="http://schemas.microsoft.com/office/powerpoint/2010/main" val="2573801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msfasha/307304-Data-Mining/blob/main/20242/Part%201-Regression/1-1-simple%20linear%20regression.ipynb" TargetMode="External"/><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hyperlink" Target="https://github.com/msfasha/307304-Data-Mining/blob/main/20242/Part%201-Regression/1-1-simple%20linear%20regression.ipynb"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387D1D-1AA9-EA47-F9E0-B5509D9C1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9459" y="1724368"/>
            <a:ext cx="914400" cy="1204912"/>
          </a:xfrm>
          <a:prstGeom prst="rect">
            <a:avLst/>
          </a:prstGeom>
        </p:spPr>
      </p:pic>
      <p:sp>
        <p:nvSpPr>
          <p:cNvPr id="8" name="Title 7">
            <a:extLst>
              <a:ext uri="{FF2B5EF4-FFF2-40B4-BE49-F238E27FC236}">
                <a16:creationId xmlns:a16="http://schemas.microsoft.com/office/drawing/2014/main" id="{107CF054-390C-DCFC-C9A6-9E95C859A175}"/>
              </a:ext>
            </a:extLst>
          </p:cNvPr>
          <p:cNvSpPr>
            <a:spLocks noGrp="1"/>
          </p:cNvSpPr>
          <p:nvPr>
            <p:ph type="ctrTitle"/>
          </p:nvPr>
        </p:nvSpPr>
        <p:spPr>
          <a:xfrm>
            <a:off x="1990165" y="2992712"/>
            <a:ext cx="9144000" cy="1107141"/>
          </a:xfrm>
        </p:spPr>
        <p:txBody>
          <a:bodyPr>
            <a:noAutofit/>
          </a:bodyPr>
          <a:lstStyle/>
          <a:p>
            <a:r>
              <a:rPr lang="en-US" sz="3600" dirty="0"/>
              <a:t>307304</a:t>
            </a:r>
            <a:br>
              <a:rPr lang="en-US" sz="3600" dirty="0"/>
            </a:br>
            <a:r>
              <a:rPr lang="en-US" sz="3600" dirty="0"/>
              <a:t>Business Intelligence and Data Mining</a:t>
            </a:r>
          </a:p>
        </p:txBody>
      </p:sp>
      <p:sp>
        <p:nvSpPr>
          <p:cNvPr id="9" name="Subtitle 8">
            <a:extLst>
              <a:ext uri="{FF2B5EF4-FFF2-40B4-BE49-F238E27FC236}">
                <a16:creationId xmlns:a16="http://schemas.microsoft.com/office/drawing/2014/main" id="{F599965F-D781-62F6-30A4-33D89AC89080}"/>
              </a:ext>
            </a:extLst>
          </p:cNvPr>
          <p:cNvSpPr>
            <a:spLocks noGrp="1"/>
          </p:cNvSpPr>
          <p:nvPr>
            <p:ph type="subTitle" idx="1"/>
          </p:nvPr>
        </p:nvSpPr>
        <p:spPr>
          <a:xfrm>
            <a:off x="1990165" y="4226718"/>
            <a:ext cx="9144000" cy="1655762"/>
          </a:xfrm>
        </p:spPr>
        <p:txBody>
          <a:bodyPr>
            <a:normAutofit/>
          </a:bodyPr>
          <a:lstStyle/>
          <a:p>
            <a:r>
              <a:rPr lang="en-US" sz="2800" dirty="0"/>
              <a:t>Simple Linear Regression</a:t>
            </a:r>
          </a:p>
        </p:txBody>
      </p:sp>
    </p:spTree>
    <p:extLst>
      <p:ext uri="{BB962C8B-B14F-4D97-AF65-F5344CB8AC3E}">
        <p14:creationId xmlns:p14="http://schemas.microsoft.com/office/powerpoint/2010/main" val="1489447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5313C8-76FF-2F07-3ED5-814AD3EC72DC}"/>
              </a:ext>
            </a:extLst>
          </p:cNvPr>
          <p:cNvSpPr>
            <a:spLocks noGrp="1"/>
          </p:cNvSpPr>
          <p:nvPr>
            <p:ph idx="1"/>
          </p:nvPr>
        </p:nvSpPr>
        <p:spPr/>
        <p:txBody>
          <a:bodyPr>
            <a:normAutofit/>
          </a:bodyPr>
          <a:lstStyle/>
          <a:p>
            <a:pPr marL="0" indent="0">
              <a:buNone/>
            </a:pPr>
            <a:r>
              <a:rPr lang="en-US" sz="2400" dirty="0"/>
              <a:t>What You'll Learn:</a:t>
            </a:r>
          </a:p>
          <a:p>
            <a:r>
              <a:rPr lang="en-US" sz="2400" dirty="0"/>
              <a:t>Introduce the concept of supervised learning</a:t>
            </a:r>
          </a:p>
          <a:p>
            <a:r>
              <a:rPr lang="en-US" sz="2400" dirty="0"/>
              <a:t>Understanding regression analysis fundamentals</a:t>
            </a:r>
          </a:p>
          <a:p>
            <a:r>
              <a:rPr lang="en-US" sz="2400" dirty="0"/>
              <a:t>Types of linear regression models</a:t>
            </a:r>
          </a:p>
          <a:p>
            <a:r>
              <a:rPr lang="en-US" sz="2400" dirty="0"/>
              <a:t>Best-fit line, hypothesis function, and OLS method</a:t>
            </a:r>
          </a:p>
          <a:p>
            <a:r>
              <a:rPr lang="en-US" sz="2400" dirty="0"/>
              <a:t>Closed-form solution implementation</a:t>
            </a:r>
          </a:p>
          <a:p>
            <a:r>
              <a:rPr lang="en-US" sz="2400" dirty="0"/>
              <a:t>Gradient descent algorithm</a:t>
            </a:r>
          </a:p>
          <a:p>
            <a:r>
              <a:rPr lang="en-US" sz="2400" dirty="0"/>
              <a:t>Linear regression assumptions</a:t>
            </a:r>
          </a:p>
          <a:p>
            <a:r>
              <a:rPr lang="en-US" sz="2400" dirty="0"/>
              <a:t>Evaluation metrics and performance assessment</a:t>
            </a:r>
          </a:p>
          <a:p>
            <a:r>
              <a:rPr lang="en-US" sz="2400" dirty="0"/>
              <a:t>Practical implementation with scikit-learn</a:t>
            </a:r>
          </a:p>
          <a:p>
            <a:endParaRPr lang="en-US" sz="2400" dirty="0"/>
          </a:p>
        </p:txBody>
      </p:sp>
      <p:sp>
        <p:nvSpPr>
          <p:cNvPr id="3" name="Title 2">
            <a:extLst>
              <a:ext uri="{FF2B5EF4-FFF2-40B4-BE49-F238E27FC236}">
                <a16:creationId xmlns:a16="http://schemas.microsoft.com/office/drawing/2014/main" id="{071A7914-96DB-51CC-53B0-AF8ED0AF6AEC}"/>
              </a:ext>
            </a:extLst>
          </p:cNvPr>
          <p:cNvSpPr>
            <a:spLocks noGrp="1"/>
          </p:cNvSpPr>
          <p:nvPr>
            <p:ph type="title"/>
          </p:nvPr>
        </p:nvSpPr>
        <p:spPr/>
        <p:txBody>
          <a:bodyPr>
            <a:normAutofit/>
          </a:bodyPr>
          <a:lstStyle/>
          <a:p>
            <a:r>
              <a:rPr lang="en-US" dirty="0"/>
              <a:t>Topics and Learning Outcomes</a:t>
            </a:r>
          </a:p>
        </p:txBody>
      </p:sp>
    </p:spTree>
    <p:extLst>
      <p:ext uri="{BB962C8B-B14F-4D97-AF65-F5344CB8AC3E}">
        <p14:creationId xmlns:p14="http://schemas.microsoft.com/office/powerpoint/2010/main" val="2145969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647627-019E-4599-BFE9-83A7DEA04B6D}"/>
              </a:ext>
            </a:extLst>
          </p:cNvPr>
          <p:cNvSpPr>
            <a:spLocks noGrp="1"/>
          </p:cNvSpPr>
          <p:nvPr>
            <p:ph idx="1"/>
          </p:nvPr>
        </p:nvSpPr>
        <p:spPr>
          <a:xfrm>
            <a:off x="838200" y="1633491"/>
            <a:ext cx="4909457" cy="3302404"/>
          </a:xfrm>
        </p:spPr>
        <p:txBody>
          <a:bodyPr>
            <a:normAutofit fontScale="92500" lnSpcReduction="20000"/>
          </a:bodyPr>
          <a:lstStyle/>
          <a:p>
            <a:pPr marL="0" indent="0">
              <a:buNone/>
            </a:pPr>
            <a:r>
              <a:rPr lang="en-US" sz="2000" dirty="0"/>
              <a:t>Supervised machine learning is a type of learning where a model learns from labeled data. </a:t>
            </a:r>
          </a:p>
          <a:p>
            <a:pPr marL="0" indent="0">
              <a:buNone/>
            </a:pPr>
            <a:r>
              <a:rPr lang="en-US" sz="2000" dirty="0"/>
              <a:t>The process follows these key steps:</a:t>
            </a:r>
          </a:p>
          <a:p>
            <a:r>
              <a:rPr lang="en-US" sz="2000" b="1" dirty="0"/>
              <a:t>Input Features (X): </a:t>
            </a:r>
            <a:r>
              <a:rPr lang="en-US" sz="2000" dirty="0"/>
              <a:t>The model takes input data (features) which represents the information used to make predictions.</a:t>
            </a:r>
          </a:p>
          <a:p>
            <a:r>
              <a:rPr lang="en-US" sz="2000" b="1" dirty="0"/>
              <a:t>Prediction Function: </a:t>
            </a:r>
            <a:r>
              <a:rPr lang="en-US" sz="2000" dirty="0"/>
              <a:t>The model, with some parameters (θ), processes the input data to generate predictions (Ŷ).</a:t>
            </a:r>
          </a:p>
          <a:p>
            <a:r>
              <a:rPr lang="en-US" sz="2000" b="1" dirty="0"/>
              <a:t>Output (Ŷ): </a:t>
            </a:r>
            <a:r>
              <a:rPr lang="en-US" sz="2000" dirty="0"/>
              <a:t>This is the model’s prediction based on the input features.</a:t>
            </a:r>
          </a:p>
        </p:txBody>
      </p:sp>
      <p:sp>
        <p:nvSpPr>
          <p:cNvPr id="2" name="Title 1">
            <a:extLst>
              <a:ext uri="{FF2B5EF4-FFF2-40B4-BE49-F238E27FC236}">
                <a16:creationId xmlns:a16="http://schemas.microsoft.com/office/drawing/2014/main" id="{8BE518FD-B81F-466C-AD85-5DDC967653B4}"/>
              </a:ext>
            </a:extLst>
          </p:cNvPr>
          <p:cNvSpPr>
            <a:spLocks noGrp="1"/>
          </p:cNvSpPr>
          <p:nvPr>
            <p:ph type="title"/>
          </p:nvPr>
        </p:nvSpPr>
        <p:spPr/>
        <p:txBody>
          <a:bodyPr/>
          <a:lstStyle/>
          <a:p>
            <a:r>
              <a:rPr lang="en-US" dirty="0"/>
              <a:t>Supervised Machine Learning</a:t>
            </a:r>
          </a:p>
        </p:txBody>
      </p:sp>
      <p:pic>
        <p:nvPicPr>
          <p:cNvPr id="5" name="Picture 4">
            <a:extLst>
              <a:ext uri="{FF2B5EF4-FFF2-40B4-BE49-F238E27FC236}">
                <a16:creationId xmlns:a16="http://schemas.microsoft.com/office/drawing/2014/main" id="{47A753CC-D081-A128-3391-BC871C607F6E}"/>
              </a:ext>
            </a:extLst>
          </p:cNvPr>
          <p:cNvPicPr>
            <a:picLocks noChangeAspect="1"/>
          </p:cNvPicPr>
          <p:nvPr/>
        </p:nvPicPr>
        <p:blipFill>
          <a:blip r:embed="rId2"/>
          <a:stretch>
            <a:fillRect/>
          </a:stretch>
        </p:blipFill>
        <p:spPr>
          <a:xfrm>
            <a:off x="5676108" y="1603091"/>
            <a:ext cx="5677692" cy="2600688"/>
          </a:xfrm>
          <a:prstGeom prst="rect">
            <a:avLst/>
          </a:prstGeom>
        </p:spPr>
      </p:pic>
      <p:sp>
        <p:nvSpPr>
          <p:cNvPr id="4" name="Content Placeholder 2">
            <a:extLst>
              <a:ext uri="{FF2B5EF4-FFF2-40B4-BE49-F238E27FC236}">
                <a16:creationId xmlns:a16="http://schemas.microsoft.com/office/drawing/2014/main" id="{929A5FA8-1320-61F3-BC79-488C9BA93D9F}"/>
              </a:ext>
            </a:extLst>
          </p:cNvPr>
          <p:cNvSpPr txBox="1">
            <a:spLocks/>
          </p:cNvSpPr>
          <p:nvPr/>
        </p:nvSpPr>
        <p:spPr>
          <a:xfrm>
            <a:off x="838200" y="4730368"/>
            <a:ext cx="10515600" cy="20340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Cost Function: </a:t>
            </a:r>
            <a:r>
              <a:rPr lang="en-US" sz="2000" dirty="0"/>
              <a:t>The predicted output (Ŷ) is compared to the actual labels (Y) to calculate an error or "cost."</a:t>
            </a:r>
          </a:p>
          <a:p>
            <a:r>
              <a:rPr lang="en-US" sz="2000" b="1" dirty="0"/>
              <a:t>Optimization: </a:t>
            </a:r>
          </a:p>
          <a:p>
            <a:pPr lvl="1"/>
            <a:r>
              <a:rPr lang="en-US" sz="1600" dirty="0"/>
              <a:t>The model adjusts its parameters (θ) of the cost function to minimize the error, improving its predictions over time.</a:t>
            </a:r>
          </a:p>
          <a:p>
            <a:pPr lvl="1"/>
            <a:r>
              <a:rPr lang="en-US" sz="1600" dirty="0"/>
              <a:t>This process repeats iteratively until the model achieves good accuracy. </a:t>
            </a:r>
          </a:p>
          <a:p>
            <a:pPr lvl="1"/>
            <a:r>
              <a:rPr lang="en-US" sz="1600" dirty="0"/>
              <a:t>It's commonly used for tasks like classification (e.g., spam detection) and regression (e.g., predicting house prices).</a:t>
            </a:r>
          </a:p>
        </p:txBody>
      </p:sp>
    </p:spTree>
    <p:extLst>
      <p:ext uri="{BB962C8B-B14F-4D97-AF65-F5344CB8AC3E}">
        <p14:creationId xmlns:p14="http://schemas.microsoft.com/office/powerpoint/2010/main" val="1162554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3B8AB6-5D16-5C93-D306-CA79D6F7715A}"/>
              </a:ext>
            </a:extLst>
          </p:cNvPr>
          <p:cNvSpPr>
            <a:spLocks noGrp="1"/>
          </p:cNvSpPr>
          <p:nvPr>
            <p:ph idx="1"/>
          </p:nvPr>
        </p:nvSpPr>
        <p:spPr>
          <a:xfrm>
            <a:off x="838199" y="1633491"/>
            <a:ext cx="6488585" cy="5131294"/>
          </a:xfrm>
        </p:spPr>
        <p:txBody>
          <a:bodyPr>
            <a:normAutofit/>
          </a:bodyPr>
          <a:lstStyle/>
          <a:p>
            <a:pPr marL="0" indent="0">
              <a:buNone/>
            </a:pPr>
            <a:r>
              <a:rPr lang="en-US" sz="2400" b="1" dirty="0"/>
              <a:t>Definition and Purpose</a:t>
            </a:r>
          </a:p>
          <a:p>
            <a:r>
              <a:rPr lang="en-US" sz="2400" b="1" dirty="0"/>
              <a:t>Linear Regression</a:t>
            </a:r>
            <a:r>
              <a:rPr lang="en-US" sz="2400" dirty="0"/>
              <a:t> is a supervised machine learning algorithm that models the linear relationship between:</a:t>
            </a:r>
          </a:p>
          <a:p>
            <a:pPr lvl="1"/>
            <a:r>
              <a:rPr lang="en-US" sz="2000" b="1" dirty="0"/>
              <a:t>Dependent variable</a:t>
            </a:r>
            <a:r>
              <a:rPr lang="en-US" sz="2000" dirty="0"/>
              <a:t> (target): What we want to predict</a:t>
            </a:r>
          </a:p>
          <a:p>
            <a:pPr lvl="1"/>
            <a:r>
              <a:rPr lang="en-US" sz="2000" b="1" dirty="0"/>
              <a:t>Independent variable(s)</a:t>
            </a:r>
            <a:r>
              <a:rPr lang="en-US" sz="2000" dirty="0"/>
              <a:t> (features): What we use to make predictions</a:t>
            </a:r>
          </a:p>
          <a:p>
            <a:r>
              <a:rPr lang="en-US" sz="2400" b="1" dirty="0"/>
              <a:t>Key Concept:</a:t>
            </a:r>
            <a:r>
              <a:rPr lang="en-US" sz="2400" dirty="0"/>
              <a:t> Fits a linear equation to observed data to make predictions on new, unseen data.</a:t>
            </a:r>
          </a:p>
          <a:p>
            <a:r>
              <a:rPr lang="en-US" sz="2400" b="1" dirty="0"/>
              <a:t>Real-World Applications:</a:t>
            </a:r>
          </a:p>
          <a:p>
            <a:pPr lvl="1"/>
            <a:r>
              <a:rPr lang="en-US" sz="2000" dirty="0"/>
              <a:t>Predicting house prices based on size</a:t>
            </a:r>
          </a:p>
          <a:p>
            <a:pPr lvl="1"/>
            <a:r>
              <a:rPr lang="en-US" sz="2000" dirty="0"/>
              <a:t>Estimating sales revenue from advertising spend</a:t>
            </a:r>
          </a:p>
          <a:p>
            <a:pPr lvl="1"/>
            <a:r>
              <a:rPr lang="en-US" sz="2000" dirty="0"/>
              <a:t>Forecasting stock prices using economic indicators</a:t>
            </a:r>
          </a:p>
          <a:p>
            <a:endParaRPr lang="en-US" sz="2400" dirty="0"/>
          </a:p>
        </p:txBody>
      </p:sp>
      <p:sp>
        <p:nvSpPr>
          <p:cNvPr id="3" name="Title 2">
            <a:extLst>
              <a:ext uri="{FF2B5EF4-FFF2-40B4-BE49-F238E27FC236}">
                <a16:creationId xmlns:a16="http://schemas.microsoft.com/office/drawing/2014/main" id="{A955792E-C166-AD40-E023-9C9473F341EE}"/>
              </a:ext>
            </a:extLst>
          </p:cNvPr>
          <p:cNvSpPr>
            <a:spLocks noGrp="1"/>
          </p:cNvSpPr>
          <p:nvPr>
            <p:ph type="title"/>
          </p:nvPr>
        </p:nvSpPr>
        <p:spPr/>
        <p:txBody>
          <a:bodyPr/>
          <a:lstStyle/>
          <a:p>
            <a:r>
              <a:rPr lang="en-US" dirty="0"/>
              <a:t>What is Regression Analysis?</a:t>
            </a:r>
          </a:p>
        </p:txBody>
      </p:sp>
      <p:pic>
        <p:nvPicPr>
          <p:cNvPr id="1030" name="Picture 6" descr="Linear Regression in Machine Learning: Python Examples">
            <a:extLst>
              <a:ext uri="{FF2B5EF4-FFF2-40B4-BE49-F238E27FC236}">
                <a16:creationId xmlns:a16="http://schemas.microsoft.com/office/drawing/2014/main" id="{105D4075-60E9-9283-7A3C-A2F1DF21BE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6149" y="1633491"/>
            <a:ext cx="4501477" cy="29401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0765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741632-F5AA-89F8-92B0-716C60C6B299}"/>
              </a:ext>
            </a:extLst>
          </p:cNvPr>
          <p:cNvSpPr>
            <a:spLocks noGrp="1"/>
          </p:cNvSpPr>
          <p:nvPr>
            <p:ph idx="1"/>
          </p:nvPr>
        </p:nvSpPr>
        <p:spPr>
          <a:xfrm>
            <a:off x="838200" y="1633491"/>
            <a:ext cx="6390503" cy="2759215"/>
          </a:xfrm>
        </p:spPr>
        <p:txBody>
          <a:bodyPr>
            <a:normAutofit/>
          </a:bodyPr>
          <a:lstStyle/>
          <a:p>
            <a:pPr marL="0" indent="0">
              <a:buNone/>
            </a:pPr>
            <a:r>
              <a:rPr lang="en-US" sz="2400" dirty="0"/>
              <a:t>There are two main types of linear regression:</a:t>
            </a:r>
          </a:p>
          <a:p>
            <a:pPr marL="0" indent="0">
              <a:buNone/>
            </a:pPr>
            <a:r>
              <a:rPr lang="en-US" sz="2400" b="1" dirty="0"/>
              <a:t>1- Simple Linear Regression</a:t>
            </a:r>
          </a:p>
          <a:p>
            <a:pPr marL="0" indent="0">
              <a:buNone/>
            </a:pPr>
            <a:r>
              <a:rPr lang="en-US" sz="2400" dirty="0"/>
              <a:t>This is the simplest form of linear regression, and it involves only one independent variable and one dependent variable. </a:t>
            </a:r>
          </a:p>
          <a:p>
            <a:pPr marL="0" indent="0">
              <a:buNone/>
            </a:pPr>
            <a:r>
              <a:rPr lang="en-US" sz="2400" dirty="0"/>
              <a:t>The equation for simple linear regression is:</a:t>
            </a:r>
          </a:p>
        </p:txBody>
      </p:sp>
      <p:sp>
        <p:nvSpPr>
          <p:cNvPr id="3" name="Title 2">
            <a:extLst>
              <a:ext uri="{FF2B5EF4-FFF2-40B4-BE49-F238E27FC236}">
                <a16:creationId xmlns:a16="http://schemas.microsoft.com/office/drawing/2014/main" id="{100EB5BB-BBC7-B31E-D00E-0CEEBA8A5671}"/>
              </a:ext>
            </a:extLst>
          </p:cNvPr>
          <p:cNvSpPr>
            <a:spLocks noGrp="1"/>
          </p:cNvSpPr>
          <p:nvPr>
            <p:ph type="title"/>
          </p:nvPr>
        </p:nvSpPr>
        <p:spPr/>
        <p:txBody>
          <a:bodyPr>
            <a:normAutofit/>
          </a:bodyPr>
          <a:lstStyle/>
          <a:p>
            <a:r>
              <a:rPr lang="en-US" dirty="0"/>
              <a:t>Types of Linear Regression</a:t>
            </a:r>
          </a:p>
        </p:txBody>
      </p:sp>
      <p:pic>
        <p:nvPicPr>
          <p:cNvPr id="7" name="Picture 6">
            <a:extLst>
              <a:ext uri="{FF2B5EF4-FFF2-40B4-BE49-F238E27FC236}">
                <a16:creationId xmlns:a16="http://schemas.microsoft.com/office/drawing/2014/main" id="{82D86F0E-0628-3880-4CDD-0284B92DC94E}"/>
              </a:ext>
            </a:extLst>
          </p:cNvPr>
          <p:cNvPicPr>
            <a:picLocks noChangeAspect="1"/>
          </p:cNvPicPr>
          <p:nvPr/>
        </p:nvPicPr>
        <p:blipFill>
          <a:blip r:embed="rId2"/>
          <a:stretch>
            <a:fillRect/>
          </a:stretch>
        </p:blipFill>
        <p:spPr>
          <a:xfrm>
            <a:off x="912341" y="4077099"/>
            <a:ext cx="4044544" cy="2684106"/>
          </a:xfrm>
          <a:prstGeom prst="rect">
            <a:avLst/>
          </a:prstGeom>
        </p:spPr>
      </p:pic>
      <p:pic>
        <p:nvPicPr>
          <p:cNvPr id="4" name="Picture 6" descr="Linear Regression in Machine Learning: Python Examples">
            <a:extLst>
              <a:ext uri="{FF2B5EF4-FFF2-40B4-BE49-F238E27FC236}">
                <a16:creationId xmlns:a16="http://schemas.microsoft.com/office/drawing/2014/main" id="{DE2B1E32-0CA3-128D-CB32-2F690773BA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6149" y="1633491"/>
            <a:ext cx="4501477" cy="29401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9736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544B4-D3B8-1197-92FD-7FA1979115B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D55279-926D-56F4-16C1-40E544073600}"/>
              </a:ext>
            </a:extLst>
          </p:cNvPr>
          <p:cNvSpPr>
            <a:spLocks noGrp="1"/>
          </p:cNvSpPr>
          <p:nvPr>
            <p:ph idx="1"/>
          </p:nvPr>
        </p:nvSpPr>
        <p:spPr>
          <a:xfrm>
            <a:off x="838200" y="1633490"/>
            <a:ext cx="5519351" cy="2257334"/>
          </a:xfrm>
        </p:spPr>
        <p:txBody>
          <a:bodyPr>
            <a:normAutofit/>
          </a:bodyPr>
          <a:lstStyle/>
          <a:p>
            <a:pPr marL="0" indent="0">
              <a:buNone/>
            </a:pPr>
            <a:r>
              <a:rPr lang="en-US" sz="2400" b="1" dirty="0"/>
              <a:t>2- Multiple Linear Regression (Simplified)</a:t>
            </a:r>
          </a:p>
          <a:p>
            <a:pPr marL="0" indent="0">
              <a:buNone/>
            </a:pPr>
            <a:r>
              <a:rPr lang="en-US" sz="2400" dirty="0"/>
              <a:t>In multiple linear regression, there is one dependent variable and more than one independent variable. </a:t>
            </a:r>
          </a:p>
          <a:p>
            <a:pPr marL="0" indent="0">
              <a:buNone/>
            </a:pPr>
            <a:r>
              <a:rPr lang="en-US" sz="2400" dirty="0"/>
              <a:t>The equation is:</a:t>
            </a:r>
          </a:p>
          <a:p>
            <a:endParaRPr lang="en-US" sz="2400" dirty="0"/>
          </a:p>
        </p:txBody>
      </p:sp>
      <p:sp>
        <p:nvSpPr>
          <p:cNvPr id="3" name="Title 2">
            <a:extLst>
              <a:ext uri="{FF2B5EF4-FFF2-40B4-BE49-F238E27FC236}">
                <a16:creationId xmlns:a16="http://schemas.microsoft.com/office/drawing/2014/main" id="{1B18397A-8235-FC5E-C59A-91BD2E6824E0}"/>
              </a:ext>
            </a:extLst>
          </p:cNvPr>
          <p:cNvSpPr>
            <a:spLocks noGrp="1"/>
          </p:cNvSpPr>
          <p:nvPr>
            <p:ph type="title"/>
          </p:nvPr>
        </p:nvSpPr>
        <p:spPr/>
        <p:txBody>
          <a:bodyPr>
            <a:normAutofit/>
          </a:bodyPr>
          <a:lstStyle/>
          <a:p>
            <a:r>
              <a:rPr lang="en-US" dirty="0"/>
              <a:t>Types of Linear Regression</a:t>
            </a:r>
          </a:p>
        </p:txBody>
      </p:sp>
      <p:pic>
        <p:nvPicPr>
          <p:cNvPr id="5" name="Picture 4">
            <a:extLst>
              <a:ext uri="{FF2B5EF4-FFF2-40B4-BE49-F238E27FC236}">
                <a16:creationId xmlns:a16="http://schemas.microsoft.com/office/drawing/2014/main" id="{D78EEB53-EDB0-9883-EF22-7ECFE0832215}"/>
              </a:ext>
            </a:extLst>
          </p:cNvPr>
          <p:cNvPicPr>
            <a:picLocks noChangeAspect="1"/>
          </p:cNvPicPr>
          <p:nvPr/>
        </p:nvPicPr>
        <p:blipFill>
          <a:blip r:embed="rId2"/>
          <a:stretch>
            <a:fillRect/>
          </a:stretch>
        </p:blipFill>
        <p:spPr>
          <a:xfrm>
            <a:off x="838200" y="3890824"/>
            <a:ext cx="10269383" cy="2667372"/>
          </a:xfrm>
          <a:prstGeom prst="rect">
            <a:avLst/>
          </a:prstGeom>
        </p:spPr>
      </p:pic>
      <p:pic>
        <p:nvPicPr>
          <p:cNvPr id="3074" name="Picture 2" descr="What Is Linear Regression? - MATLAB &amp; Simulink">
            <a:extLst>
              <a:ext uri="{FF2B5EF4-FFF2-40B4-BE49-F238E27FC236}">
                <a16:creationId xmlns:a16="http://schemas.microsoft.com/office/drawing/2014/main" id="{4DD72E80-9023-5209-B53A-ADEDF9507F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7362" y="1719135"/>
            <a:ext cx="4537504" cy="3403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2404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DEB5C-3093-1F7B-7FA6-4B77F1E6768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92612F-1544-2D60-DC38-ECFBC8778E6E}"/>
              </a:ext>
            </a:extLst>
          </p:cNvPr>
          <p:cNvSpPr>
            <a:spLocks noGrp="1"/>
          </p:cNvSpPr>
          <p:nvPr>
            <p:ph idx="1"/>
          </p:nvPr>
        </p:nvSpPr>
        <p:spPr>
          <a:xfrm>
            <a:off x="838199" y="1633491"/>
            <a:ext cx="6588967" cy="3199766"/>
          </a:xfrm>
        </p:spPr>
        <p:txBody>
          <a:bodyPr>
            <a:noAutofit/>
          </a:bodyPr>
          <a:lstStyle/>
          <a:p>
            <a:r>
              <a:rPr lang="en-US" sz="2000" dirty="0"/>
              <a:t>In linear regression, the best-fit line is the line that minimizes the error between the predicted and actual values. </a:t>
            </a:r>
          </a:p>
          <a:p>
            <a:r>
              <a:rPr lang="en-US" sz="2000" dirty="0"/>
              <a:t>It represents the relationship between the dependent and independent variables.</a:t>
            </a:r>
          </a:p>
          <a:p>
            <a:r>
              <a:rPr lang="en-US" sz="2000" dirty="0"/>
              <a:t>The goal is to change the slope and the intercept of the line to make the most accurate predictions.</a:t>
            </a:r>
          </a:p>
          <a:p>
            <a:endParaRPr lang="en-US" sz="2000" dirty="0"/>
          </a:p>
        </p:txBody>
      </p:sp>
      <p:sp>
        <p:nvSpPr>
          <p:cNvPr id="3" name="Title 2">
            <a:extLst>
              <a:ext uri="{FF2B5EF4-FFF2-40B4-BE49-F238E27FC236}">
                <a16:creationId xmlns:a16="http://schemas.microsoft.com/office/drawing/2014/main" id="{725980BE-973B-2E05-6334-7722DF93378D}"/>
              </a:ext>
            </a:extLst>
          </p:cNvPr>
          <p:cNvSpPr>
            <a:spLocks noGrp="1"/>
          </p:cNvSpPr>
          <p:nvPr>
            <p:ph type="title"/>
          </p:nvPr>
        </p:nvSpPr>
        <p:spPr/>
        <p:txBody>
          <a:bodyPr/>
          <a:lstStyle/>
          <a:p>
            <a:r>
              <a:rPr lang="en-US" dirty="0"/>
              <a:t>What is the Best Fit Line?</a:t>
            </a:r>
          </a:p>
        </p:txBody>
      </p:sp>
      <p:pic>
        <p:nvPicPr>
          <p:cNvPr id="8" name="Picture 7">
            <a:extLst>
              <a:ext uri="{FF2B5EF4-FFF2-40B4-BE49-F238E27FC236}">
                <a16:creationId xmlns:a16="http://schemas.microsoft.com/office/drawing/2014/main" id="{576B1216-E911-2753-B592-C77DC7E9A789}"/>
              </a:ext>
            </a:extLst>
          </p:cNvPr>
          <p:cNvPicPr>
            <a:picLocks noChangeAspect="1"/>
          </p:cNvPicPr>
          <p:nvPr/>
        </p:nvPicPr>
        <p:blipFill>
          <a:blip r:embed="rId2"/>
          <a:stretch>
            <a:fillRect/>
          </a:stretch>
        </p:blipFill>
        <p:spPr>
          <a:xfrm>
            <a:off x="7427167" y="1731885"/>
            <a:ext cx="3926633" cy="2842003"/>
          </a:xfrm>
          <a:prstGeom prst="rect">
            <a:avLst/>
          </a:prstGeom>
        </p:spPr>
      </p:pic>
      <p:sp>
        <p:nvSpPr>
          <p:cNvPr id="10" name="Content Placeholder 1">
            <a:extLst>
              <a:ext uri="{FF2B5EF4-FFF2-40B4-BE49-F238E27FC236}">
                <a16:creationId xmlns:a16="http://schemas.microsoft.com/office/drawing/2014/main" id="{997C4077-274B-FAF4-67DA-B0DEA55B5FEA}"/>
              </a:ext>
            </a:extLst>
          </p:cNvPr>
          <p:cNvSpPr txBox="1">
            <a:spLocks/>
          </p:cNvSpPr>
          <p:nvPr/>
        </p:nvSpPr>
        <p:spPr>
          <a:xfrm>
            <a:off x="908178" y="4921017"/>
            <a:ext cx="10923038" cy="223312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Linear regression predicts Y based on X, using a straight line to model the relationship. For example, X could be work experience, and Y could be salary. </a:t>
            </a:r>
          </a:p>
          <a:p>
            <a:r>
              <a:rPr lang="en-US" sz="2000" dirty="0"/>
              <a:t>The goal is to find the best-fit line that minimizes the error between predicted and actual values.</a:t>
            </a:r>
          </a:p>
          <a:p>
            <a:r>
              <a:rPr lang="en-US" sz="2000" dirty="0"/>
              <a:t>To find this line, we use a cost function, which helps determine the best values for the line's coefficients.</a:t>
            </a:r>
          </a:p>
        </p:txBody>
      </p:sp>
    </p:spTree>
    <p:extLst>
      <p:ext uri="{BB962C8B-B14F-4D97-AF65-F5344CB8AC3E}">
        <p14:creationId xmlns:p14="http://schemas.microsoft.com/office/powerpoint/2010/main" val="2881282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6CB444-3023-BA2B-502A-E63C438605D8}"/>
              </a:ext>
            </a:extLst>
          </p:cNvPr>
          <p:cNvSpPr>
            <a:spLocks noGrp="1"/>
          </p:cNvSpPr>
          <p:nvPr>
            <p:ph idx="1"/>
          </p:nvPr>
        </p:nvSpPr>
        <p:spPr/>
        <p:txBody>
          <a:bodyPr>
            <a:normAutofit fontScale="92500" lnSpcReduction="10000"/>
          </a:bodyPr>
          <a:lstStyle/>
          <a:p>
            <a:pPr marL="0" indent="0">
              <a:buNone/>
            </a:pPr>
            <a:r>
              <a:rPr lang="en-US" sz="2600" b="1" dirty="0"/>
              <a:t>Four Key Benefits:</a:t>
            </a:r>
          </a:p>
          <a:p>
            <a:r>
              <a:rPr lang="en-US" sz="2600" b="1" dirty="0"/>
              <a:t>Interpretability</a:t>
            </a:r>
            <a:r>
              <a:rPr lang="en-US" sz="2600" dirty="0"/>
              <a:t> </a:t>
            </a:r>
          </a:p>
          <a:p>
            <a:pPr lvl="1"/>
            <a:r>
              <a:rPr lang="en-US" dirty="0"/>
              <a:t>Clear, understandable coefficients</a:t>
            </a:r>
          </a:p>
          <a:p>
            <a:pPr lvl="1"/>
            <a:r>
              <a:rPr lang="en-US" dirty="0"/>
              <a:t>Easy to explain relationships between variables</a:t>
            </a:r>
          </a:p>
          <a:p>
            <a:r>
              <a:rPr lang="en-US" sz="2600" b="1" dirty="0"/>
              <a:t>Simplicity</a:t>
            </a:r>
            <a:r>
              <a:rPr lang="en-US" sz="2600" dirty="0"/>
              <a:t> </a:t>
            </a:r>
          </a:p>
          <a:p>
            <a:pPr lvl="1"/>
            <a:r>
              <a:rPr lang="en-US" dirty="0"/>
              <a:t>Transparent and easy to implement</a:t>
            </a:r>
          </a:p>
          <a:p>
            <a:pPr lvl="1"/>
            <a:r>
              <a:rPr lang="en-US" dirty="0"/>
              <a:t>Foundation for more complex algorithms</a:t>
            </a:r>
          </a:p>
          <a:p>
            <a:r>
              <a:rPr lang="en-US" sz="2600" b="1" dirty="0"/>
              <a:t>Basis for Advanced Models</a:t>
            </a:r>
            <a:r>
              <a:rPr lang="en-US" sz="2600" dirty="0"/>
              <a:t> </a:t>
            </a:r>
          </a:p>
          <a:p>
            <a:pPr lvl="1"/>
            <a:r>
              <a:rPr lang="en-US" dirty="0"/>
              <a:t>Building block for regularization (Ridge, Lasso)</a:t>
            </a:r>
          </a:p>
          <a:p>
            <a:pPr lvl="1"/>
            <a:r>
              <a:rPr lang="en-US" dirty="0"/>
              <a:t>Foundation for support vector machines</a:t>
            </a:r>
          </a:p>
          <a:p>
            <a:r>
              <a:rPr lang="en-US" sz="2600" b="1" dirty="0"/>
              <a:t>Assumption Testing</a:t>
            </a:r>
            <a:r>
              <a:rPr lang="en-US" sz="2600" dirty="0"/>
              <a:t> </a:t>
            </a:r>
          </a:p>
          <a:p>
            <a:pPr lvl="1"/>
            <a:r>
              <a:rPr lang="en-US" dirty="0"/>
              <a:t>Validates key data assumptions</a:t>
            </a:r>
          </a:p>
          <a:p>
            <a:pPr lvl="1"/>
            <a:r>
              <a:rPr lang="en-US" dirty="0"/>
              <a:t>Critical for statistical analysis</a:t>
            </a:r>
          </a:p>
          <a:p>
            <a:endParaRPr lang="en-US" dirty="0"/>
          </a:p>
        </p:txBody>
      </p:sp>
      <p:sp>
        <p:nvSpPr>
          <p:cNvPr id="3" name="Title 2">
            <a:extLst>
              <a:ext uri="{FF2B5EF4-FFF2-40B4-BE49-F238E27FC236}">
                <a16:creationId xmlns:a16="http://schemas.microsoft.com/office/drawing/2014/main" id="{55B8EC88-FA32-80C6-9212-225795D1FE9E}"/>
              </a:ext>
            </a:extLst>
          </p:cNvPr>
          <p:cNvSpPr>
            <a:spLocks noGrp="1"/>
          </p:cNvSpPr>
          <p:nvPr>
            <p:ph type="title"/>
          </p:nvPr>
        </p:nvSpPr>
        <p:spPr/>
        <p:txBody>
          <a:bodyPr>
            <a:normAutofit/>
          </a:bodyPr>
          <a:lstStyle/>
          <a:p>
            <a:r>
              <a:rPr lang="en-US" dirty="0"/>
              <a:t>Why Linear Regression Matters</a:t>
            </a:r>
          </a:p>
        </p:txBody>
      </p:sp>
    </p:spTree>
    <p:extLst>
      <p:ext uri="{BB962C8B-B14F-4D97-AF65-F5344CB8AC3E}">
        <p14:creationId xmlns:p14="http://schemas.microsoft.com/office/powerpoint/2010/main" val="1427132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723A21-97D0-9266-6B42-28CBEDC236D9}"/>
              </a:ext>
            </a:extLst>
          </p:cNvPr>
          <p:cNvSpPr>
            <a:spLocks noGrp="1"/>
          </p:cNvSpPr>
          <p:nvPr>
            <p:ph idx="1"/>
          </p:nvPr>
        </p:nvSpPr>
        <p:spPr>
          <a:xfrm>
            <a:off x="838200" y="1633491"/>
            <a:ext cx="6470822" cy="5131294"/>
          </a:xfrm>
        </p:spPr>
        <p:txBody>
          <a:bodyPr>
            <a:normAutofit/>
          </a:bodyPr>
          <a:lstStyle/>
          <a:p>
            <a:pPr marL="0" indent="0">
              <a:buNone/>
            </a:pPr>
            <a:r>
              <a:rPr lang="en-US" sz="2400" b="1" dirty="0"/>
              <a:t>What Makes a Line "Best-Fit"?</a:t>
            </a:r>
          </a:p>
          <a:p>
            <a:pPr marL="0" indent="0">
              <a:buNone/>
            </a:pPr>
            <a:r>
              <a:rPr lang="en-US" sz="2400" dirty="0"/>
              <a:t>The best-fit line minimizes the error between predicted and actual values.</a:t>
            </a:r>
          </a:p>
          <a:p>
            <a:pPr marL="0" indent="0">
              <a:buNone/>
            </a:pPr>
            <a:r>
              <a:rPr lang="en-US" sz="2400" b="1" dirty="0"/>
              <a:t>Key Components:</a:t>
            </a:r>
          </a:p>
          <a:p>
            <a:pPr marL="457200" lvl="1"/>
            <a:r>
              <a:rPr lang="en-US" sz="2200" b="1" dirty="0"/>
              <a:t>Slope (β₁): </a:t>
            </a:r>
            <a:r>
              <a:rPr lang="en-US" sz="2200" dirty="0"/>
              <a:t>How much Y changes for each unit change in X</a:t>
            </a:r>
          </a:p>
          <a:p>
            <a:pPr marL="457200" lvl="1"/>
            <a:r>
              <a:rPr lang="en-US" sz="2200" b="1" dirty="0"/>
              <a:t>Intercept (β₀): </a:t>
            </a:r>
            <a:r>
              <a:rPr lang="en-US" sz="2200" dirty="0"/>
              <a:t>Value of Y when X = 0</a:t>
            </a:r>
          </a:p>
          <a:p>
            <a:r>
              <a:rPr lang="en-US" sz="2400" dirty="0"/>
              <a:t>Goal: Find the line that makes the most accurate predictions</a:t>
            </a:r>
          </a:p>
          <a:p>
            <a:r>
              <a:rPr lang="en-US" sz="2400" dirty="0"/>
              <a:t>Mathematical Representation: Ŷ = β₀ + β₁X</a:t>
            </a:r>
          </a:p>
          <a:p>
            <a:pPr marL="284163" indent="0">
              <a:buNone/>
            </a:pPr>
            <a:r>
              <a:rPr lang="en-US" sz="2400" dirty="0"/>
              <a:t>Where Ŷ (pronounced Y Hat) is the predicted value.</a:t>
            </a:r>
          </a:p>
        </p:txBody>
      </p:sp>
      <p:sp>
        <p:nvSpPr>
          <p:cNvPr id="3" name="Title 2">
            <a:extLst>
              <a:ext uri="{FF2B5EF4-FFF2-40B4-BE49-F238E27FC236}">
                <a16:creationId xmlns:a16="http://schemas.microsoft.com/office/drawing/2014/main" id="{E520913F-E7B6-47CD-911A-B7E553D5285A}"/>
              </a:ext>
            </a:extLst>
          </p:cNvPr>
          <p:cNvSpPr>
            <a:spLocks noGrp="1"/>
          </p:cNvSpPr>
          <p:nvPr>
            <p:ph type="title"/>
          </p:nvPr>
        </p:nvSpPr>
        <p:spPr/>
        <p:txBody>
          <a:bodyPr/>
          <a:lstStyle/>
          <a:p>
            <a:r>
              <a:rPr lang="en-US" dirty="0"/>
              <a:t>The Best-Fit Line Concept</a:t>
            </a:r>
          </a:p>
        </p:txBody>
      </p:sp>
      <p:pic>
        <p:nvPicPr>
          <p:cNvPr id="5123" name="Picture 3" descr="Fitting Lines to Data | CK-12 Foundation">
            <a:extLst>
              <a:ext uri="{FF2B5EF4-FFF2-40B4-BE49-F238E27FC236}">
                <a16:creationId xmlns:a16="http://schemas.microsoft.com/office/drawing/2014/main" id="{7227A453-5C80-EF05-DBFF-BB24669D73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9022" y="1633491"/>
            <a:ext cx="4335878" cy="4324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5052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E50F6B-D0D0-409C-B437-2D7A32D8857A}"/>
              </a:ext>
            </a:extLst>
          </p:cNvPr>
          <p:cNvSpPr>
            <a:spLocks noGrp="1"/>
          </p:cNvSpPr>
          <p:nvPr>
            <p:ph idx="1"/>
          </p:nvPr>
        </p:nvSpPr>
        <p:spPr>
          <a:xfrm>
            <a:off x="838200" y="1633491"/>
            <a:ext cx="6063049" cy="5131294"/>
          </a:xfrm>
        </p:spPr>
        <p:txBody>
          <a:bodyPr>
            <a:normAutofit/>
          </a:bodyPr>
          <a:lstStyle/>
          <a:p>
            <a:pPr marL="0" indent="0">
              <a:buNone/>
            </a:pPr>
            <a:r>
              <a:rPr lang="en-US" sz="2400" b="1" dirty="0"/>
              <a:t>The Foundation of Linear Regression</a:t>
            </a:r>
          </a:p>
          <a:p>
            <a:pPr marL="0" indent="0">
              <a:buNone/>
            </a:pPr>
            <a:r>
              <a:rPr lang="en-US" sz="2400" b="1" dirty="0"/>
              <a:t>OLS Principle:</a:t>
            </a:r>
            <a:r>
              <a:rPr lang="en-US" sz="2400" dirty="0"/>
              <a:t> Find the line that minimizes the sum of squared differences between observed and predicted values.</a:t>
            </a:r>
          </a:p>
          <a:p>
            <a:pPr marL="0" indent="0">
              <a:buNone/>
            </a:pPr>
            <a:r>
              <a:rPr lang="en-US" sz="2400" b="1" dirty="0"/>
              <a:t>Why "Least Squares"?</a:t>
            </a:r>
            <a:endParaRPr lang="en-US" sz="2400" dirty="0"/>
          </a:p>
          <a:p>
            <a:r>
              <a:rPr lang="en-US" sz="2400" dirty="0"/>
              <a:t>Squares prevent positive and negative errors from canceling out</a:t>
            </a:r>
          </a:p>
          <a:p>
            <a:r>
              <a:rPr lang="en-US" sz="2400" dirty="0"/>
              <a:t>Penalizes larger errors more heavily</a:t>
            </a:r>
          </a:p>
          <a:p>
            <a:r>
              <a:rPr lang="en-US" sz="2400" dirty="0"/>
              <a:t>Provides unique, mathematically optimal solution</a:t>
            </a:r>
          </a:p>
          <a:p>
            <a:endParaRPr lang="en-US" sz="2400" dirty="0"/>
          </a:p>
        </p:txBody>
      </p:sp>
      <p:sp>
        <p:nvSpPr>
          <p:cNvPr id="3" name="Title 2">
            <a:extLst>
              <a:ext uri="{FF2B5EF4-FFF2-40B4-BE49-F238E27FC236}">
                <a16:creationId xmlns:a16="http://schemas.microsoft.com/office/drawing/2014/main" id="{8AEB1D58-5352-F4F3-2A11-C6F2225E69D6}"/>
              </a:ext>
            </a:extLst>
          </p:cNvPr>
          <p:cNvSpPr>
            <a:spLocks noGrp="1"/>
          </p:cNvSpPr>
          <p:nvPr>
            <p:ph type="title"/>
          </p:nvPr>
        </p:nvSpPr>
        <p:spPr/>
        <p:txBody>
          <a:bodyPr>
            <a:normAutofit/>
          </a:bodyPr>
          <a:lstStyle/>
          <a:p>
            <a:r>
              <a:rPr lang="en-US" dirty="0"/>
              <a:t>Ordinary Least Squares (OLS) Method</a:t>
            </a:r>
          </a:p>
        </p:txBody>
      </p:sp>
      <p:pic>
        <p:nvPicPr>
          <p:cNvPr id="12" name="Picture 11">
            <a:extLst>
              <a:ext uri="{FF2B5EF4-FFF2-40B4-BE49-F238E27FC236}">
                <a16:creationId xmlns:a16="http://schemas.microsoft.com/office/drawing/2014/main" id="{ED72E220-66E3-C895-AA2B-7821BAB0B80F}"/>
              </a:ext>
            </a:extLst>
          </p:cNvPr>
          <p:cNvPicPr>
            <a:picLocks noChangeAspect="1"/>
          </p:cNvPicPr>
          <p:nvPr/>
        </p:nvPicPr>
        <p:blipFill>
          <a:blip r:embed="rId2"/>
          <a:stretch>
            <a:fillRect/>
          </a:stretch>
        </p:blipFill>
        <p:spPr>
          <a:xfrm>
            <a:off x="7066659" y="1633491"/>
            <a:ext cx="4647877" cy="3655201"/>
          </a:xfrm>
          <a:prstGeom prst="rect">
            <a:avLst/>
          </a:prstGeom>
        </p:spPr>
      </p:pic>
      <p:pic>
        <p:nvPicPr>
          <p:cNvPr id="13" name="Picture 12">
            <a:extLst>
              <a:ext uri="{FF2B5EF4-FFF2-40B4-BE49-F238E27FC236}">
                <a16:creationId xmlns:a16="http://schemas.microsoft.com/office/drawing/2014/main" id="{923AB4FC-8803-B130-E7FF-D6F9B65D8759}"/>
              </a:ext>
            </a:extLst>
          </p:cNvPr>
          <p:cNvPicPr>
            <a:picLocks noChangeAspect="1"/>
          </p:cNvPicPr>
          <p:nvPr/>
        </p:nvPicPr>
        <p:blipFill>
          <a:blip r:embed="rId3"/>
          <a:stretch>
            <a:fillRect/>
          </a:stretch>
        </p:blipFill>
        <p:spPr>
          <a:xfrm>
            <a:off x="8406533" y="5524043"/>
            <a:ext cx="2349975" cy="1333957"/>
          </a:xfrm>
          <a:prstGeom prst="rect">
            <a:avLst/>
          </a:prstGeom>
        </p:spPr>
      </p:pic>
    </p:spTree>
    <p:extLst>
      <p:ext uri="{BB962C8B-B14F-4D97-AF65-F5344CB8AC3E}">
        <p14:creationId xmlns:p14="http://schemas.microsoft.com/office/powerpoint/2010/main" val="1949621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9964DC-0CDA-4C8C-1325-DEC0B312A24B}"/>
              </a:ext>
            </a:extLst>
          </p:cNvPr>
          <p:cNvPicPr>
            <a:picLocks noChangeAspect="1"/>
          </p:cNvPicPr>
          <p:nvPr/>
        </p:nvPicPr>
        <p:blipFill>
          <a:blip r:embed="rId2"/>
          <a:stretch>
            <a:fillRect/>
          </a:stretch>
        </p:blipFill>
        <p:spPr>
          <a:xfrm>
            <a:off x="2302547" y="3406813"/>
            <a:ext cx="3181794" cy="943107"/>
          </a:xfrm>
          <a:prstGeom prst="rect">
            <a:avLst/>
          </a:prstGeom>
        </p:spPr>
      </p:pic>
      <p:sp>
        <p:nvSpPr>
          <p:cNvPr id="2" name="Content Placeholder 1">
            <a:extLst>
              <a:ext uri="{FF2B5EF4-FFF2-40B4-BE49-F238E27FC236}">
                <a16:creationId xmlns:a16="http://schemas.microsoft.com/office/drawing/2014/main" id="{ECC626B6-A902-6BF5-9290-D13B2FC57543}"/>
              </a:ext>
            </a:extLst>
          </p:cNvPr>
          <p:cNvSpPr>
            <a:spLocks noGrp="1"/>
          </p:cNvSpPr>
          <p:nvPr>
            <p:ph idx="1"/>
          </p:nvPr>
        </p:nvSpPr>
        <p:spPr>
          <a:xfrm>
            <a:off x="838200" y="1633491"/>
            <a:ext cx="4722341" cy="2561628"/>
          </a:xfrm>
        </p:spPr>
        <p:txBody>
          <a:bodyPr>
            <a:normAutofit/>
          </a:bodyPr>
          <a:lstStyle/>
          <a:p>
            <a:pPr marL="0" indent="0">
              <a:buNone/>
            </a:pPr>
            <a:r>
              <a:rPr lang="en-US" sz="2400" b="1" dirty="0"/>
              <a:t>Measuring Prediction Quality</a:t>
            </a:r>
          </a:p>
          <a:p>
            <a:r>
              <a:rPr lang="en-US" sz="2400" dirty="0"/>
              <a:t>The </a:t>
            </a:r>
            <a:r>
              <a:rPr lang="en-US" sz="2400" b="1" dirty="0"/>
              <a:t>Mean Squared Error (MSE)</a:t>
            </a:r>
            <a:r>
              <a:rPr lang="en-US" sz="2400" dirty="0"/>
              <a:t> quantifies how well our model performs.</a:t>
            </a:r>
          </a:p>
          <a:p>
            <a:r>
              <a:rPr lang="en-US" sz="2400" b="1" dirty="0"/>
              <a:t>Formula:</a:t>
            </a:r>
            <a:endParaRPr lang="en-US" sz="2400" dirty="0"/>
          </a:p>
          <a:p>
            <a:endParaRPr lang="en-US" sz="2400" dirty="0"/>
          </a:p>
        </p:txBody>
      </p:sp>
      <p:sp>
        <p:nvSpPr>
          <p:cNvPr id="3" name="Title 2">
            <a:extLst>
              <a:ext uri="{FF2B5EF4-FFF2-40B4-BE49-F238E27FC236}">
                <a16:creationId xmlns:a16="http://schemas.microsoft.com/office/drawing/2014/main" id="{E11FBCEE-3920-1390-A5A2-B8102DBEF6F8}"/>
              </a:ext>
            </a:extLst>
          </p:cNvPr>
          <p:cNvSpPr>
            <a:spLocks noGrp="1"/>
          </p:cNvSpPr>
          <p:nvPr>
            <p:ph type="title"/>
          </p:nvPr>
        </p:nvSpPr>
        <p:spPr/>
        <p:txBody>
          <a:bodyPr>
            <a:normAutofit/>
          </a:bodyPr>
          <a:lstStyle/>
          <a:p>
            <a:r>
              <a:rPr lang="en-US" dirty="0"/>
              <a:t>Cost Function - Mean Squared Error</a:t>
            </a:r>
          </a:p>
        </p:txBody>
      </p:sp>
      <p:sp>
        <p:nvSpPr>
          <p:cNvPr id="5" name="Content Placeholder 1">
            <a:extLst>
              <a:ext uri="{FF2B5EF4-FFF2-40B4-BE49-F238E27FC236}">
                <a16:creationId xmlns:a16="http://schemas.microsoft.com/office/drawing/2014/main" id="{A8F843FB-6888-4116-3CF1-CFF8977AD640}"/>
              </a:ext>
            </a:extLst>
          </p:cNvPr>
          <p:cNvSpPr txBox="1">
            <a:spLocks/>
          </p:cNvSpPr>
          <p:nvPr/>
        </p:nvSpPr>
        <p:spPr>
          <a:xfrm>
            <a:off x="990600" y="4349920"/>
            <a:ext cx="7887730" cy="25616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Key Points:</a:t>
            </a:r>
            <a:endParaRPr lang="en-US" sz="2400" dirty="0"/>
          </a:p>
          <a:p>
            <a:r>
              <a:rPr lang="en-US" sz="2400" dirty="0"/>
              <a:t>Lower MSE = Better model performance</a:t>
            </a:r>
          </a:p>
          <a:p>
            <a:r>
              <a:rPr lang="en-US" sz="2400" dirty="0"/>
              <a:t>Units are squared (e.g., dollars² for price prediction)</a:t>
            </a:r>
          </a:p>
          <a:p>
            <a:r>
              <a:rPr lang="en-US" sz="2400" dirty="0"/>
              <a:t>Always positive (due to squaring)</a:t>
            </a:r>
          </a:p>
          <a:p>
            <a:r>
              <a:rPr lang="en-US" sz="2400" dirty="0"/>
              <a:t>Heavily penalizes large errors</a:t>
            </a:r>
          </a:p>
        </p:txBody>
      </p:sp>
      <p:pic>
        <p:nvPicPr>
          <p:cNvPr id="6146" name="Picture 2" descr="Linear Regression and Applications in Business | by Sarrama Kamal | Medium">
            <a:extLst>
              <a:ext uri="{FF2B5EF4-FFF2-40B4-BE49-F238E27FC236}">
                <a16:creationId xmlns:a16="http://schemas.microsoft.com/office/drawing/2014/main" id="{1E7C1A24-99FD-05FD-C2A7-F0B29742FF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4144" y="1777357"/>
            <a:ext cx="5127980" cy="2417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7947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84685-A82D-7DC6-6817-68AEC3E64A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962BA90-F130-E048-0E94-9108E2EC86CE}"/>
              </a:ext>
            </a:extLst>
          </p:cNvPr>
          <p:cNvSpPr>
            <a:spLocks noGrp="1"/>
          </p:cNvSpPr>
          <p:nvPr>
            <p:ph type="title"/>
          </p:nvPr>
        </p:nvSpPr>
        <p:spPr/>
        <p:txBody>
          <a:bodyPr/>
          <a:lstStyle/>
          <a:p>
            <a:r>
              <a:rPr lang="en-US" dirty="0"/>
              <a:t>Solving Linear Regression with the Closed-Form Solution</a:t>
            </a:r>
          </a:p>
        </p:txBody>
      </p:sp>
      <p:pic>
        <p:nvPicPr>
          <p:cNvPr id="11" name="Content Placeholder 10">
            <a:extLst>
              <a:ext uri="{FF2B5EF4-FFF2-40B4-BE49-F238E27FC236}">
                <a16:creationId xmlns:a16="http://schemas.microsoft.com/office/drawing/2014/main" id="{B6FB3ED4-D6F0-A4DD-2E87-333BC4BCB751}"/>
              </a:ext>
            </a:extLst>
          </p:cNvPr>
          <p:cNvPicPr>
            <a:picLocks noGrp="1" noChangeAspect="1"/>
          </p:cNvPicPr>
          <p:nvPr>
            <p:ph idx="1"/>
          </p:nvPr>
        </p:nvPicPr>
        <p:blipFill>
          <a:blip r:embed="rId2"/>
          <a:stretch>
            <a:fillRect/>
          </a:stretch>
        </p:blipFill>
        <p:spPr>
          <a:xfrm>
            <a:off x="6936549" y="1789357"/>
            <a:ext cx="4417251" cy="4247356"/>
          </a:xfrm>
        </p:spPr>
      </p:pic>
      <p:sp>
        <p:nvSpPr>
          <p:cNvPr id="15" name="Content Placeholder 1">
            <a:extLst>
              <a:ext uri="{FF2B5EF4-FFF2-40B4-BE49-F238E27FC236}">
                <a16:creationId xmlns:a16="http://schemas.microsoft.com/office/drawing/2014/main" id="{16489CD5-E694-96CA-6EE8-2DA9D775D58C}"/>
              </a:ext>
            </a:extLst>
          </p:cNvPr>
          <p:cNvSpPr txBox="1">
            <a:spLocks/>
          </p:cNvSpPr>
          <p:nvPr/>
        </p:nvSpPr>
        <p:spPr>
          <a:xfrm>
            <a:off x="838200" y="1789357"/>
            <a:ext cx="5902411" cy="4247356"/>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The closed-form solution is efficient for small to medium-sized datasets, especially in </a:t>
            </a:r>
            <a:r>
              <a:rPr lang="en-US" sz="2000" b="1" dirty="0"/>
              <a:t>simple linear regression</a:t>
            </a:r>
            <a:r>
              <a:rPr lang="en-US" sz="2000" dirty="0"/>
              <a:t>, where slope and intercept can be computed directly without matrix operations.</a:t>
            </a:r>
          </a:p>
          <a:p>
            <a:r>
              <a:rPr lang="en-US" sz="2000" dirty="0"/>
              <a:t>However, for </a:t>
            </a:r>
            <a:r>
              <a:rPr lang="en-US" sz="2000" b="1" dirty="0"/>
              <a:t>multiple linear regression</a:t>
            </a:r>
            <a:r>
              <a:rPr lang="en-US" sz="2000" dirty="0"/>
              <a:t>, the closed-form solution involves computing the inverse of X^T.X, which becomes computationally expensive as dataset size and dimensionality grow.</a:t>
            </a:r>
          </a:p>
          <a:p>
            <a:pPr marL="0" indent="0">
              <a:buNone/>
            </a:pPr>
            <a:r>
              <a:rPr lang="en-US" sz="2000" dirty="0"/>
              <a:t>It works well when:</a:t>
            </a:r>
          </a:p>
          <a:p>
            <a:r>
              <a:rPr lang="en-US" sz="2000" dirty="0"/>
              <a:t>The dataset is small (typically up to a few thousand rows).</a:t>
            </a:r>
          </a:p>
          <a:p>
            <a:r>
              <a:rPr lang="en-US" sz="2000" dirty="0"/>
              <a:t>The number of features is low.</a:t>
            </a:r>
          </a:p>
          <a:p>
            <a:r>
              <a:rPr lang="en-US" sz="2000" dirty="0"/>
              <a:t>There is no multicollinearity (i.e., features are not highly correlated).</a:t>
            </a:r>
          </a:p>
          <a:p>
            <a:pPr marL="0" indent="0">
              <a:buNone/>
            </a:pPr>
            <a:r>
              <a:rPr lang="en-US" sz="2000" dirty="0"/>
              <a:t>For larger or more complex problems, </a:t>
            </a:r>
            <a:r>
              <a:rPr lang="en-US" sz="2000" b="1" dirty="0"/>
              <a:t>iterative methods</a:t>
            </a:r>
            <a:r>
              <a:rPr lang="en-US" sz="2000" dirty="0"/>
              <a:t> like </a:t>
            </a:r>
            <a:r>
              <a:rPr lang="en-US" sz="2000" b="1" dirty="0"/>
              <a:t>Gradient Descent</a:t>
            </a:r>
            <a:r>
              <a:rPr lang="en-US" sz="2000" dirty="0"/>
              <a:t> are preferred due to their scalability and efficiency.</a:t>
            </a:r>
          </a:p>
          <a:p>
            <a:endParaRPr lang="en-US" sz="2000" dirty="0"/>
          </a:p>
        </p:txBody>
      </p:sp>
      <p:pic>
        <p:nvPicPr>
          <p:cNvPr id="1026" name="Picture 2" descr="Why Use Python? - Full Stack Python">
            <a:hlinkClick r:id="rId3"/>
            <a:extLst>
              <a:ext uri="{FF2B5EF4-FFF2-40B4-BE49-F238E27FC236}">
                <a16:creationId xmlns:a16="http://schemas.microsoft.com/office/drawing/2014/main" id="{86CE7E24-5203-202C-96DE-DAADDEBAC0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6280339"/>
            <a:ext cx="1492624" cy="486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8227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DFCA9-DB68-4926-D36D-44E2CB4365C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61A592-C95D-5F4C-D812-FDE1F8B67D98}"/>
              </a:ext>
            </a:extLst>
          </p:cNvPr>
          <p:cNvSpPr>
            <a:spLocks noGrp="1"/>
          </p:cNvSpPr>
          <p:nvPr>
            <p:ph idx="1"/>
          </p:nvPr>
        </p:nvSpPr>
        <p:spPr>
          <a:xfrm>
            <a:off x="838199" y="1633491"/>
            <a:ext cx="6123039" cy="5131294"/>
          </a:xfrm>
        </p:spPr>
        <p:txBody>
          <a:bodyPr>
            <a:normAutofit fontScale="85000" lnSpcReduction="10000"/>
          </a:bodyPr>
          <a:lstStyle/>
          <a:p>
            <a:r>
              <a:rPr lang="en-US" dirty="0"/>
              <a:t>A linear regression model can be trained using </a:t>
            </a:r>
            <a:r>
              <a:rPr lang="en-US" b="1" i="1" dirty="0"/>
              <a:t>Gradient Descent</a:t>
            </a:r>
            <a:r>
              <a:rPr lang="en-US" dirty="0"/>
              <a:t>, which adjusts the model's parameters to minimize the mean squared error (MSE).</a:t>
            </a:r>
          </a:p>
          <a:p>
            <a:r>
              <a:rPr lang="en-US" dirty="0"/>
              <a:t>To update (</a:t>
            </a:r>
            <a:r>
              <a:rPr lang="en-US" i="1" dirty="0"/>
              <a:t>Beta 0) </a:t>
            </a:r>
            <a:r>
              <a:rPr lang="en-US" dirty="0"/>
              <a:t>and (</a:t>
            </a:r>
            <a:r>
              <a:rPr lang="en-US" i="1" dirty="0"/>
              <a:t>Beta 1)</a:t>
            </a:r>
            <a:r>
              <a:rPr lang="en-US" dirty="0"/>
              <a:t> and reduce the cost function (minimizing the RMSE), gradient descent starts with random values for (</a:t>
            </a:r>
            <a:r>
              <a:rPr lang="en-US" i="1" dirty="0"/>
              <a:t>Beta 0) </a:t>
            </a:r>
            <a:r>
              <a:rPr lang="en-US" dirty="0"/>
              <a:t>and (</a:t>
            </a:r>
            <a:r>
              <a:rPr lang="en-US" i="1" dirty="0"/>
              <a:t>Beta 1) </a:t>
            </a:r>
            <a:r>
              <a:rPr lang="en-US" dirty="0"/>
              <a:t>and </a:t>
            </a:r>
            <a:r>
              <a:rPr lang="en-US" b="1" i="1" dirty="0">
                <a:solidFill>
                  <a:srgbClr val="FF0000"/>
                </a:solidFill>
              </a:rPr>
              <a:t>iteratively</a:t>
            </a:r>
            <a:r>
              <a:rPr lang="en-US" dirty="0"/>
              <a:t> improves them to find the best-fit line.</a:t>
            </a:r>
          </a:p>
          <a:p>
            <a:r>
              <a:rPr lang="en-US" dirty="0"/>
              <a:t>A gradient is simply the derivative, showing how small changes in inputs affect the output. </a:t>
            </a:r>
          </a:p>
          <a:p>
            <a:r>
              <a:rPr lang="en-US" dirty="0"/>
              <a:t>By moving in the direction of the Mean Squared Error negative gradient with respect to the coefficients, the coefficients can be changed.</a:t>
            </a:r>
          </a:p>
        </p:txBody>
      </p:sp>
      <p:sp>
        <p:nvSpPr>
          <p:cNvPr id="3" name="Title 2">
            <a:extLst>
              <a:ext uri="{FF2B5EF4-FFF2-40B4-BE49-F238E27FC236}">
                <a16:creationId xmlns:a16="http://schemas.microsoft.com/office/drawing/2014/main" id="{DF98230F-D09E-0053-052C-DBBDA534D6A9}"/>
              </a:ext>
            </a:extLst>
          </p:cNvPr>
          <p:cNvSpPr>
            <a:spLocks noGrp="1"/>
          </p:cNvSpPr>
          <p:nvPr>
            <p:ph type="title"/>
          </p:nvPr>
        </p:nvSpPr>
        <p:spPr/>
        <p:txBody>
          <a:bodyPr/>
          <a:lstStyle/>
          <a:p>
            <a:r>
              <a:rPr lang="en-US" dirty="0"/>
              <a:t>Solving Linear Regression Using The Gradient Descent Method</a:t>
            </a:r>
          </a:p>
        </p:txBody>
      </p:sp>
      <p:pic>
        <p:nvPicPr>
          <p:cNvPr id="5" name="Picture 4">
            <a:extLst>
              <a:ext uri="{FF2B5EF4-FFF2-40B4-BE49-F238E27FC236}">
                <a16:creationId xmlns:a16="http://schemas.microsoft.com/office/drawing/2014/main" id="{2C0B6C6C-BCCC-176F-E3E9-9C6155B90FC2}"/>
              </a:ext>
            </a:extLst>
          </p:cNvPr>
          <p:cNvPicPr>
            <a:picLocks noChangeAspect="1"/>
          </p:cNvPicPr>
          <p:nvPr/>
        </p:nvPicPr>
        <p:blipFill>
          <a:blip r:embed="rId2"/>
          <a:stretch>
            <a:fillRect/>
          </a:stretch>
        </p:blipFill>
        <p:spPr>
          <a:xfrm>
            <a:off x="7231423" y="1746681"/>
            <a:ext cx="4122377" cy="2996518"/>
          </a:xfrm>
          <a:prstGeom prst="rect">
            <a:avLst/>
          </a:prstGeom>
        </p:spPr>
      </p:pic>
    </p:spTree>
    <p:extLst>
      <p:ext uri="{BB962C8B-B14F-4D97-AF65-F5344CB8AC3E}">
        <p14:creationId xmlns:p14="http://schemas.microsoft.com/office/powerpoint/2010/main" val="1427723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B508A7-8888-D77B-B430-86487FE1DB28}"/>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28A4CF1C-C04B-6B0E-66D9-A9DDA7F6AA70}"/>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941017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9DA4D1-C52F-51DE-82E4-4CE2A0A5B4F9}"/>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313D3DFB-4B7B-5020-971F-AF2B7A0A35FA}"/>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291192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A65E2-C284-83F6-6074-CCFEF74CE87A}"/>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77B7C33-3931-334D-F5F0-51578F602770}"/>
              </a:ext>
            </a:extLst>
          </p:cNvPr>
          <p:cNvPicPr>
            <a:picLocks noGrp="1" noChangeAspect="1"/>
          </p:cNvPicPr>
          <p:nvPr>
            <p:ph idx="1"/>
          </p:nvPr>
        </p:nvPicPr>
        <p:blipFill>
          <a:blip r:embed="rId2"/>
          <a:stretch>
            <a:fillRect/>
          </a:stretch>
        </p:blipFill>
        <p:spPr>
          <a:xfrm>
            <a:off x="1317812" y="1782123"/>
            <a:ext cx="3872753" cy="4242088"/>
          </a:xfrm>
        </p:spPr>
      </p:pic>
      <p:sp>
        <p:nvSpPr>
          <p:cNvPr id="3" name="Title 2">
            <a:extLst>
              <a:ext uri="{FF2B5EF4-FFF2-40B4-BE49-F238E27FC236}">
                <a16:creationId xmlns:a16="http://schemas.microsoft.com/office/drawing/2014/main" id="{6A4F7E4E-1303-88AC-B630-42D669AF1547}"/>
              </a:ext>
            </a:extLst>
          </p:cNvPr>
          <p:cNvSpPr>
            <a:spLocks noGrp="1"/>
          </p:cNvSpPr>
          <p:nvPr>
            <p:ph type="title"/>
          </p:nvPr>
        </p:nvSpPr>
        <p:spPr/>
        <p:txBody>
          <a:bodyPr/>
          <a:lstStyle/>
          <a:p>
            <a:r>
              <a:rPr lang="en-US" dirty="0"/>
              <a:t>Solving Linear Regression Using The Gradient Descent Method</a:t>
            </a:r>
          </a:p>
        </p:txBody>
      </p:sp>
      <p:pic>
        <p:nvPicPr>
          <p:cNvPr id="7" name="Picture 6" descr="A graph of a function&#10;&#10;AI-generated content may be incorrect.">
            <a:extLst>
              <a:ext uri="{FF2B5EF4-FFF2-40B4-BE49-F238E27FC236}">
                <a16:creationId xmlns:a16="http://schemas.microsoft.com/office/drawing/2014/main" id="{D41F736F-AF01-4029-F291-F1741828EA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6290" y="1717698"/>
            <a:ext cx="6110568" cy="4888454"/>
          </a:xfrm>
          <a:prstGeom prst="rect">
            <a:avLst/>
          </a:prstGeom>
        </p:spPr>
      </p:pic>
      <p:pic>
        <p:nvPicPr>
          <p:cNvPr id="8" name="Picture 2" descr="Why Use Python? - Full Stack Python">
            <a:hlinkClick r:id="rId4"/>
            <a:extLst>
              <a:ext uri="{FF2B5EF4-FFF2-40B4-BE49-F238E27FC236}">
                <a16:creationId xmlns:a16="http://schemas.microsoft.com/office/drawing/2014/main" id="{D4AE6193-CCD4-99C8-A300-F96A67CCB4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6280339"/>
            <a:ext cx="1492624" cy="486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8252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CBF25-F52F-532E-A535-7A7D707482E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A166C5-B6FB-3038-2293-415E4C7D22E6}"/>
              </a:ext>
            </a:extLst>
          </p:cNvPr>
          <p:cNvSpPr>
            <a:spLocks noGrp="1"/>
          </p:cNvSpPr>
          <p:nvPr>
            <p:ph idx="1"/>
          </p:nvPr>
        </p:nvSpPr>
        <p:spPr>
          <a:xfrm>
            <a:off x="838200" y="1633491"/>
            <a:ext cx="5887065" cy="4498368"/>
          </a:xfrm>
        </p:spPr>
        <p:txBody>
          <a:bodyPr>
            <a:normAutofit fontScale="92500" lnSpcReduction="20000"/>
          </a:bodyPr>
          <a:lstStyle/>
          <a:p>
            <a:pPr marL="0" indent="0">
              <a:buNone/>
            </a:pPr>
            <a:r>
              <a:rPr lang="en-US" dirty="0"/>
              <a:t>Linear regression is a powerful tool for understanding and predicting the behavior of a variable, however, it needs to meet a few conditions in order to be accurate and dependable solutions. </a:t>
            </a:r>
          </a:p>
          <a:p>
            <a:pPr marL="0" indent="0">
              <a:buNone/>
            </a:pPr>
            <a:r>
              <a:rPr lang="en-US" dirty="0"/>
              <a:t>1. Linearity: The independent and dependent variables have a linear relationship with one another. This implies that changes in the dependent variable follow those in the independent variable(s) in a linear fashion. This means that there should be a straight line that can be drawn through the data points. If the relationship is not linear, then linear regression will not be an accurate model.</a:t>
            </a:r>
          </a:p>
        </p:txBody>
      </p:sp>
      <p:sp>
        <p:nvSpPr>
          <p:cNvPr id="3" name="Title 2">
            <a:extLst>
              <a:ext uri="{FF2B5EF4-FFF2-40B4-BE49-F238E27FC236}">
                <a16:creationId xmlns:a16="http://schemas.microsoft.com/office/drawing/2014/main" id="{4699A8A2-3830-72B5-1A7A-82D011352862}"/>
              </a:ext>
            </a:extLst>
          </p:cNvPr>
          <p:cNvSpPr>
            <a:spLocks noGrp="1"/>
          </p:cNvSpPr>
          <p:nvPr>
            <p:ph type="title"/>
          </p:nvPr>
        </p:nvSpPr>
        <p:spPr/>
        <p:txBody>
          <a:bodyPr>
            <a:normAutofit/>
          </a:bodyPr>
          <a:lstStyle/>
          <a:p>
            <a:r>
              <a:rPr lang="en-US" dirty="0"/>
              <a:t>Assumptions of Simple Linear Regression</a:t>
            </a:r>
          </a:p>
        </p:txBody>
      </p:sp>
      <p:pic>
        <p:nvPicPr>
          <p:cNvPr id="6" name="Picture 5">
            <a:extLst>
              <a:ext uri="{FF2B5EF4-FFF2-40B4-BE49-F238E27FC236}">
                <a16:creationId xmlns:a16="http://schemas.microsoft.com/office/drawing/2014/main" id="{1200D47E-397F-9E31-C30B-EE0822713306}"/>
              </a:ext>
            </a:extLst>
          </p:cNvPr>
          <p:cNvPicPr>
            <a:picLocks noChangeAspect="1"/>
          </p:cNvPicPr>
          <p:nvPr/>
        </p:nvPicPr>
        <p:blipFill>
          <a:blip r:embed="rId2"/>
          <a:stretch>
            <a:fillRect/>
          </a:stretch>
        </p:blipFill>
        <p:spPr>
          <a:xfrm>
            <a:off x="6893165" y="2775317"/>
            <a:ext cx="4460635" cy="3499977"/>
          </a:xfrm>
          <a:prstGeom prst="rect">
            <a:avLst/>
          </a:prstGeom>
        </p:spPr>
      </p:pic>
    </p:spTree>
    <p:extLst>
      <p:ext uri="{BB962C8B-B14F-4D97-AF65-F5344CB8AC3E}">
        <p14:creationId xmlns:p14="http://schemas.microsoft.com/office/powerpoint/2010/main" val="2067025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7488D-378D-04DB-274E-8070AF77B2F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639E90-EC50-1142-F307-1730254FA4B7}"/>
              </a:ext>
            </a:extLst>
          </p:cNvPr>
          <p:cNvSpPr>
            <a:spLocks noGrp="1"/>
          </p:cNvSpPr>
          <p:nvPr>
            <p:ph idx="1"/>
          </p:nvPr>
        </p:nvSpPr>
        <p:spPr>
          <a:xfrm>
            <a:off x="838200" y="1633491"/>
            <a:ext cx="10515600" cy="2777144"/>
          </a:xfrm>
        </p:spPr>
        <p:txBody>
          <a:bodyPr>
            <a:normAutofit fontScale="92500" lnSpcReduction="20000"/>
          </a:bodyPr>
          <a:lstStyle/>
          <a:p>
            <a:pPr marL="0" indent="0">
              <a:buNone/>
            </a:pPr>
            <a:r>
              <a:rPr lang="en-US" dirty="0"/>
              <a:t>2. Independence: The observations in the dataset must be independent, meaning the value of the dependent variable for one observation should not be influenced by the value of another. If this condition is violated, linear regression may produce inaccurate results.</a:t>
            </a:r>
          </a:p>
          <a:p>
            <a:pPr marL="0" indent="0">
              <a:buNone/>
            </a:pPr>
            <a:r>
              <a:rPr lang="en-US" dirty="0"/>
              <a:t>3. Homoscedasticity: The variance of the errors should be constant across all levels of the independent variable(s). This means that changes in the independent variable(s) should not affect the spread of the errors. If the error variance is not constant (heteroscedasticity), the linear regression model may not be reliable.</a:t>
            </a:r>
          </a:p>
          <a:p>
            <a:endParaRPr lang="en-US" dirty="0"/>
          </a:p>
        </p:txBody>
      </p:sp>
      <p:sp>
        <p:nvSpPr>
          <p:cNvPr id="3" name="Title 2">
            <a:extLst>
              <a:ext uri="{FF2B5EF4-FFF2-40B4-BE49-F238E27FC236}">
                <a16:creationId xmlns:a16="http://schemas.microsoft.com/office/drawing/2014/main" id="{9CE14663-F603-8E9B-380B-9F29A5C89810}"/>
              </a:ext>
            </a:extLst>
          </p:cNvPr>
          <p:cNvSpPr>
            <a:spLocks noGrp="1"/>
          </p:cNvSpPr>
          <p:nvPr>
            <p:ph type="title"/>
          </p:nvPr>
        </p:nvSpPr>
        <p:spPr/>
        <p:txBody>
          <a:bodyPr/>
          <a:lstStyle/>
          <a:p>
            <a:r>
              <a:rPr lang="en-US" dirty="0"/>
              <a:t>Assumptions of Simple Linear Regression</a:t>
            </a:r>
          </a:p>
        </p:txBody>
      </p:sp>
      <p:pic>
        <p:nvPicPr>
          <p:cNvPr id="5" name="Picture 4">
            <a:extLst>
              <a:ext uri="{FF2B5EF4-FFF2-40B4-BE49-F238E27FC236}">
                <a16:creationId xmlns:a16="http://schemas.microsoft.com/office/drawing/2014/main" id="{A8CF5184-C11D-A684-D4E9-FA1F42D7D64D}"/>
              </a:ext>
            </a:extLst>
          </p:cNvPr>
          <p:cNvPicPr>
            <a:picLocks noChangeAspect="1"/>
          </p:cNvPicPr>
          <p:nvPr/>
        </p:nvPicPr>
        <p:blipFill>
          <a:blip r:embed="rId2"/>
          <a:stretch>
            <a:fillRect/>
          </a:stretch>
        </p:blipFill>
        <p:spPr>
          <a:xfrm>
            <a:off x="2616247" y="4467962"/>
            <a:ext cx="3479753" cy="2180382"/>
          </a:xfrm>
          <a:prstGeom prst="rect">
            <a:avLst/>
          </a:prstGeom>
        </p:spPr>
      </p:pic>
      <p:pic>
        <p:nvPicPr>
          <p:cNvPr id="7" name="Picture 6">
            <a:extLst>
              <a:ext uri="{FF2B5EF4-FFF2-40B4-BE49-F238E27FC236}">
                <a16:creationId xmlns:a16="http://schemas.microsoft.com/office/drawing/2014/main" id="{11CD6987-E88A-6289-EAA7-4A698B7CE9FF}"/>
              </a:ext>
            </a:extLst>
          </p:cNvPr>
          <p:cNvPicPr>
            <a:picLocks noChangeAspect="1"/>
          </p:cNvPicPr>
          <p:nvPr/>
        </p:nvPicPr>
        <p:blipFill>
          <a:blip r:embed="rId3"/>
          <a:stretch>
            <a:fillRect/>
          </a:stretch>
        </p:blipFill>
        <p:spPr>
          <a:xfrm>
            <a:off x="6336600" y="4260088"/>
            <a:ext cx="3633052" cy="2550765"/>
          </a:xfrm>
          <a:prstGeom prst="rect">
            <a:avLst/>
          </a:prstGeom>
        </p:spPr>
      </p:pic>
    </p:spTree>
    <p:extLst>
      <p:ext uri="{BB962C8B-B14F-4D97-AF65-F5344CB8AC3E}">
        <p14:creationId xmlns:p14="http://schemas.microsoft.com/office/powerpoint/2010/main" val="1559017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0C09F-F48B-B9D4-D4BA-03E1293B4B4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D33A44-4738-B463-10DB-B09ADF5D976F}"/>
              </a:ext>
            </a:extLst>
          </p:cNvPr>
          <p:cNvSpPr>
            <a:spLocks noGrp="1"/>
          </p:cNvSpPr>
          <p:nvPr>
            <p:ph idx="1"/>
          </p:nvPr>
        </p:nvSpPr>
        <p:spPr>
          <a:xfrm>
            <a:off x="838201" y="1633491"/>
            <a:ext cx="10515600" cy="1548980"/>
          </a:xfrm>
        </p:spPr>
        <p:txBody>
          <a:bodyPr>
            <a:normAutofit lnSpcReduction="10000"/>
          </a:bodyPr>
          <a:lstStyle/>
          <a:p>
            <a:pPr marL="0" indent="0">
              <a:buNone/>
            </a:pPr>
            <a:r>
              <a:rPr lang="en-US" dirty="0"/>
              <a:t>4. Normality: The residuals should be normally distributed. This means that the residuals should follow a bell-shaped curve. If the residuals are not normally distributed, then linear regression will not be an accurate model.</a:t>
            </a:r>
          </a:p>
        </p:txBody>
      </p:sp>
      <p:sp>
        <p:nvSpPr>
          <p:cNvPr id="3" name="Title 2">
            <a:extLst>
              <a:ext uri="{FF2B5EF4-FFF2-40B4-BE49-F238E27FC236}">
                <a16:creationId xmlns:a16="http://schemas.microsoft.com/office/drawing/2014/main" id="{975AB37D-8C19-77E5-43AF-90557368B563}"/>
              </a:ext>
            </a:extLst>
          </p:cNvPr>
          <p:cNvSpPr>
            <a:spLocks noGrp="1"/>
          </p:cNvSpPr>
          <p:nvPr>
            <p:ph type="title"/>
          </p:nvPr>
        </p:nvSpPr>
        <p:spPr/>
        <p:txBody>
          <a:bodyPr/>
          <a:lstStyle/>
          <a:p>
            <a:r>
              <a:rPr lang="en-US" dirty="0"/>
              <a:t>Assumptions of Simple Linear Regression</a:t>
            </a:r>
          </a:p>
        </p:txBody>
      </p:sp>
      <p:pic>
        <p:nvPicPr>
          <p:cNvPr id="7" name="Picture 6">
            <a:extLst>
              <a:ext uri="{FF2B5EF4-FFF2-40B4-BE49-F238E27FC236}">
                <a16:creationId xmlns:a16="http://schemas.microsoft.com/office/drawing/2014/main" id="{673162F8-4616-4609-2A8E-E1582A467BE4}"/>
              </a:ext>
            </a:extLst>
          </p:cNvPr>
          <p:cNvPicPr>
            <a:picLocks noChangeAspect="1"/>
          </p:cNvPicPr>
          <p:nvPr/>
        </p:nvPicPr>
        <p:blipFill>
          <a:blip r:embed="rId2"/>
          <a:stretch>
            <a:fillRect/>
          </a:stretch>
        </p:blipFill>
        <p:spPr>
          <a:xfrm>
            <a:off x="1627094" y="3021106"/>
            <a:ext cx="4806485" cy="3760694"/>
          </a:xfrm>
          <a:prstGeom prst="rect">
            <a:avLst/>
          </a:prstGeom>
        </p:spPr>
      </p:pic>
      <p:pic>
        <p:nvPicPr>
          <p:cNvPr id="9" name="Picture 8">
            <a:extLst>
              <a:ext uri="{FF2B5EF4-FFF2-40B4-BE49-F238E27FC236}">
                <a16:creationId xmlns:a16="http://schemas.microsoft.com/office/drawing/2014/main" id="{B7380879-9916-D124-76D4-6D34DE2471F7}"/>
              </a:ext>
            </a:extLst>
          </p:cNvPr>
          <p:cNvPicPr>
            <a:picLocks noChangeAspect="1"/>
          </p:cNvPicPr>
          <p:nvPr/>
        </p:nvPicPr>
        <p:blipFill>
          <a:blip r:embed="rId3"/>
          <a:stretch>
            <a:fillRect/>
          </a:stretch>
        </p:blipFill>
        <p:spPr>
          <a:xfrm>
            <a:off x="6659395" y="3182471"/>
            <a:ext cx="4468589" cy="3292326"/>
          </a:xfrm>
          <a:prstGeom prst="rect">
            <a:avLst/>
          </a:prstGeom>
        </p:spPr>
      </p:pic>
    </p:spTree>
    <p:extLst>
      <p:ext uri="{BB962C8B-B14F-4D97-AF65-F5344CB8AC3E}">
        <p14:creationId xmlns:p14="http://schemas.microsoft.com/office/powerpoint/2010/main" val="2575217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87552-A00A-A567-4B58-79A70A4BA61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795974-C30C-A8F4-FC12-5BE5FE355A52}"/>
              </a:ext>
            </a:extLst>
          </p:cNvPr>
          <p:cNvSpPr>
            <a:spLocks noGrp="1"/>
          </p:cNvSpPr>
          <p:nvPr>
            <p:ph idx="1"/>
          </p:nvPr>
        </p:nvSpPr>
        <p:spPr>
          <a:xfrm>
            <a:off x="838200" y="1633491"/>
            <a:ext cx="10515600" cy="5131294"/>
          </a:xfrm>
        </p:spPr>
        <p:txBody>
          <a:bodyPr>
            <a:normAutofit/>
          </a:bodyPr>
          <a:lstStyle/>
          <a:p>
            <a:pPr marL="0" indent="0">
              <a:buNone/>
            </a:pPr>
            <a:r>
              <a:rPr lang="en-US" dirty="0"/>
              <a:t>5. No Multicollinearity </a:t>
            </a:r>
          </a:p>
          <a:p>
            <a:r>
              <a:rPr lang="en-US" dirty="0"/>
              <a:t>The independent variables should not be highly correlated with each other. </a:t>
            </a:r>
          </a:p>
          <a:p>
            <a:r>
              <a:rPr lang="en-US" dirty="0"/>
              <a:t>Multicollinearity occurs when two or more independent variables are strongly related, making it difficult to isolate the effect of each variable on the dependent variable.</a:t>
            </a:r>
          </a:p>
          <a:p>
            <a:r>
              <a:rPr lang="en-US" dirty="0"/>
              <a:t>If multicollinearity exists, it can lead to inaccurate results in multiple linear regression.</a:t>
            </a:r>
          </a:p>
          <a:p>
            <a:r>
              <a:rPr lang="en-US" dirty="0"/>
              <a:t>For multiple linear regression, multicollinearity among independent variables can be assessed using the Variance Inflation Factor (VIF). A VIF value greater than 10 indicates high multicollinearity.</a:t>
            </a:r>
          </a:p>
        </p:txBody>
      </p:sp>
      <p:sp>
        <p:nvSpPr>
          <p:cNvPr id="3" name="Title 2">
            <a:extLst>
              <a:ext uri="{FF2B5EF4-FFF2-40B4-BE49-F238E27FC236}">
                <a16:creationId xmlns:a16="http://schemas.microsoft.com/office/drawing/2014/main" id="{927ED564-A8B2-AAC7-C34A-1B841519BD48}"/>
              </a:ext>
            </a:extLst>
          </p:cNvPr>
          <p:cNvSpPr>
            <a:spLocks noGrp="1"/>
          </p:cNvSpPr>
          <p:nvPr>
            <p:ph type="title"/>
          </p:nvPr>
        </p:nvSpPr>
        <p:spPr/>
        <p:txBody>
          <a:bodyPr/>
          <a:lstStyle/>
          <a:p>
            <a:r>
              <a:rPr lang="en-US" dirty="0"/>
              <a:t>Assumptions of Simple Linear Regression</a:t>
            </a:r>
          </a:p>
        </p:txBody>
      </p:sp>
    </p:spTree>
    <p:extLst>
      <p:ext uri="{BB962C8B-B14F-4D97-AF65-F5344CB8AC3E}">
        <p14:creationId xmlns:p14="http://schemas.microsoft.com/office/powerpoint/2010/main" val="15586118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38D0E97-EAFB-C1A1-50A4-D148BD794323}"/>
              </a:ext>
            </a:extLst>
          </p:cNvPr>
          <p:cNvPicPr>
            <a:picLocks noChangeAspect="1"/>
          </p:cNvPicPr>
          <p:nvPr/>
        </p:nvPicPr>
        <p:blipFill>
          <a:blip r:embed="rId2"/>
          <a:stretch>
            <a:fillRect/>
          </a:stretch>
        </p:blipFill>
        <p:spPr>
          <a:xfrm>
            <a:off x="6660776" y="1690688"/>
            <a:ext cx="5167946" cy="3227979"/>
          </a:xfrm>
          <a:prstGeom prst="rect">
            <a:avLst/>
          </a:prstGeom>
        </p:spPr>
      </p:pic>
      <p:sp>
        <p:nvSpPr>
          <p:cNvPr id="3" name="Content Placeholder 2">
            <a:extLst>
              <a:ext uri="{FF2B5EF4-FFF2-40B4-BE49-F238E27FC236}">
                <a16:creationId xmlns:a16="http://schemas.microsoft.com/office/drawing/2014/main" id="{102BC694-8487-C007-C9E9-C4570B4B8FFD}"/>
              </a:ext>
            </a:extLst>
          </p:cNvPr>
          <p:cNvSpPr>
            <a:spLocks noGrp="1"/>
          </p:cNvSpPr>
          <p:nvPr>
            <p:ph idx="1"/>
          </p:nvPr>
        </p:nvSpPr>
        <p:spPr>
          <a:xfrm>
            <a:off x="838200" y="1633490"/>
            <a:ext cx="6215743" cy="4310110"/>
          </a:xfrm>
        </p:spPr>
        <p:txBody>
          <a:bodyPr>
            <a:normAutofit fontScale="85000" lnSpcReduction="10000"/>
          </a:bodyPr>
          <a:lstStyle/>
          <a:p>
            <a:r>
              <a:rPr lang="en-US" sz="2400" dirty="0"/>
              <a:t>Linear regression is a type of supervised machine learning algorithm that computes the linear relationship between a dependent variable and one or more independent variables by fitting a linear equation that models the relationship between these variables.</a:t>
            </a:r>
          </a:p>
          <a:p>
            <a:r>
              <a:rPr lang="en-US" sz="2400" dirty="0"/>
              <a:t>In LR, we use a linear formula in the form of:</a:t>
            </a:r>
          </a:p>
          <a:p>
            <a:pPr marL="233363" indent="-233363">
              <a:buNone/>
            </a:pPr>
            <a:br>
              <a:rPr lang="en-US" sz="2400" dirty="0"/>
            </a:br>
            <a:r>
              <a:rPr lang="en-US" sz="3100" i="1" dirty="0"/>
              <a:t>Y = B</a:t>
            </a:r>
            <a:r>
              <a:rPr lang="en-US" sz="1500" b="1" i="1" dirty="0"/>
              <a:t>0</a:t>
            </a:r>
            <a:r>
              <a:rPr lang="en-US" sz="3100" i="1" dirty="0"/>
              <a:t> + B</a:t>
            </a:r>
            <a:r>
              <a:rPr lang="en-US" sz="1500" b="1" i="1" dirty="0"/>
              <a:t>1</a:t>
            </a:r>
            <a:r>
              <a:rPr lang="en-US" sz="3100" i="1" dirty="0"/>
              <a:t>X</a:t>
            </a:r>
          </a:p>
          <a:p>
            <a:pPr marL="233363" indent="0">
              <a:buNone/>
            </a:pPr>
            <a:r>
              <a:rPr lang="en-US" sz="2400" dirty="0"/>
              <a:t>to represent the relationship between an independent variable (X) and a dependent variable (Y).</a:t>
            </a:r>
          </a:p>
          <a:p>
            <a:pPr marL="233363" indent="-231775"/>
            <a:r>
              <a:rPr lang="en-US" sz="2400" dirty="0"/>
              <a:t>In LR, both X and Y are numerical values, for example, X could be the employee’s years of experience and Y could be his predicted salary, and we use LR to model that relation.</a:t>
            </a:r>
          </a:p>
          <a:p>
            <a:pPr marL="233363" indent="0">
              <a:buNone/>
            </a:pPr>
            <a:endParaRPr lang="en-US" sz="2400" dirty="0"/>
          </a:p>
          <a:p>
            <a:endParaRPr lang="en-US" sz="2400" dirty="0"/>
          </a:p>
        </p:txBody>
      </p:sp>
      <p:sp>
        <p:nvSpPr>
          <p:cNvPr id="2" name="Title 1">
            <a:extLst>
              <a:ext uri="{FF2B5EF4-FFF2-40B4-BE49-F238E27FC236}">
                <a16:creationId xmlns:a16="http://schemas.microsoft.com/office/drawing/2014/main" id="{F842C2E3-446E-3595-CA99-8E95BA7F2C23}"/>
              </a:ext>
            </a:extLst>
          </p:cNvPr>
          <p:cNvSpPr>
            <a:spLocks noGrp="1"/>
          </p:cNvSpPr>
          <p:nvPr>
            <p:ph type="title"/>
          </p:nvPr>
        </p:nvSpPr>
        <p:spPr/>
        <p:txBody>
          <a:bodyPr>
            <a:normAutofit/>
          </a:bodyPr>
          <a:lstStyle/>
          <a:p>
            <a:r>
              <a:rPr lang="en-US" dirty="0"/>
              <a:t>What is Regressions Analysis?</a:t>
            </a:r>
          </a:p>
        </p:txBody>
      </p:sp>
    </p:spTree>
    <p:extLst>
      <p:ext uri="{BB962C8B-B14F-4D97-AF65-F5344CB8AC3E}">
        <p14:creationId xmlns:p14="http://schemas.microsoft.com/office/powerpoint/2010/main" val="39108877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30DB0B4DCD4994BA0B53B90F48248FB" ma:contentTypeVersion="17" ma:contentTypeDescription="Create a new document." ma:contentTypeScope="" ma:versionID="89b596077de0219f935a6ab711f2d0ee">
  <xsd:schema xmlns:xsd="http://www.w3.org/2001/XMLSchema" xmlns:xs="http://www.w3.org/2001/XMLSchema" xmlns:p="http://schemas.microsoft.com/office/2006/metadata/properties" xmlns:ns3="5d9e8ea6-d7cf-4c00-b931-0c0027af1451" xmlns:ns4="24b8453d-154c-4c63-97d1-80f7846f6991" targetNamespace="http://schemas.microsoft.com/office/2006/metadata/properties" ma:root="true" ma:fieldsID="cd616adf96839ca32a36dfb6e4534def" ns3:_="" ns4:_="">
    <xsd:import namespace="5d9e8ea6-d7cf-4c00-b931-0c0027af1451"/>
    <xsd:import namespace="24b8453d-154c-4c63-97d1-80f7846f6991"/>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LengthInSeconds"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OCR"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9e8ea6-d7cf-4c00-b931-0c0027af14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4b8453d-154c-4c63-97d1-80f7846f6991"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5d9e8ea6-d7cf-4c00-b931-0c0027af1451" xsi:nil="true"/>
  </documentManagement>
</p:properties>
</file>

<file path=customXml/itemProps1.xml><?xml version="1.0" encoding="utf-8"?>
<ds:datastoreItem xmlns:ds="http://schemas.openxmlformats.org/officeDocument/2006/customXml" ds:itemID="{E49744A2-A4E7-4F10-8EA8-A7278CF8AA7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d9e8ea6-d7cf-4c00-b931-0c0027af1451"/>
    <ds:schemaRef ds:uri="24b8453d-154c-4c63-97d1-80f7846f69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5A00539-F935-4DAE-994B-29A86868AB4E}">
  <ds:schemaRefs>
    <ds:schemaRef ds:uri="http://schemas.microsoft.com/sharepoint/v3/contenttype/forms"/>
  </ds:schemaRefs>
</ds:datastoreItem>
</file>

<file path=customXml/itemProps3.xml><?xml version="1.0" encoding="utf-8"?>
<ds:datastoreItem xmlns:ds="http://schemas.openxmlformats.org/officeDocument/2006/customXml" ds:itemID="{68AC1CE2-5BE4-4AD4-8A18-FE1BD98D2BAF}">
  <ds:schemaRefs>
    <ds:schemaRef ds:uri="http://purl.org/dc/elements/1.1/"/>
    <ds:schemaRef ds:uri="http://schemas.microsoft.com/office/2006/documentManagement/types"/>
    <ds:schemaRef ds:uri="http://schemas.microsoft.com/office/2006/metadata/properties"/>
    <ds:schemaRef ds:uri="http://purl.org/dc/dcmitype/"/>
    <ds:schemaRef ds:uri="http://schemas.microsoft.com/office/infopath/2007/PartnerControls"/>
    <ds:schemaRef ds:uri="http://www.w3.org/XML/1998/namespace"/>
    <ds:schemaRef ds:uri="http://schemas.openxmlformats.org/package/2006/metadata/core-properties"/>
    <ds:schemaRef ds:uri="24b8453d-154c-4c63-97d1-80f7846f6991"/>
    <ds:schemaRef ds:uri="5d9e8ea6-d7cf-4c00-b931-0c0027af1451"/>
    <ds:schemaRef ds:uri="http://purl.org/dc/terms/"/>
  </ds:schemaRefs>
</ds:datastoreItem>
</file>

<file path=docProps/app.xml><?xml version="1.0" encoding="utf-8"?>
<Properties xmlns="http://schemas.openxmlformats.org/officeDocument/2006/extended-properties" xmlns:vt="http://schemas.openxmlformats.org/officeDocument/2006/docPropsVTypes">
  <TotalTime>324</TotalTime>
  <Words>1528</Words>
  <Application>Microsoft Office PowerPoint</Application>
  <PresentationFormat>Widescreen</PresentationFormat>
  <Paragraphs>123</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307304 Business Intelligence and Data Mining</vt:lpstr>
      <vt:lpstr>Topics and Learning Outcomes</vt:lpstr>
      <vt:lpstr>Supervised Machine Learning</vt:lpstr>
      <vt:lpstr>What is Regression Analysis?</vt:lpstr>
      <vt:lpstr>Types of Linear Regression</vt:lpstr>
      <vt:lpstr>Types of Linear Regression</vt:lpstr>
      <vt:lpstr>What is the Best Fit Line?</vt:lpstr>
      <vt:lpstr>Why Linear Regression Matters</vt:lpstr>
      <vt:lpstr>The Best-Fit Line Concept</vt:lpstr>
      <vt:lpstr>Ordinary Least Squares (OLS) Method</vt:lpstr>
      <vt:lpstr>Cost Function - Mean Squared Error</vt:lpstr>
      <vt:lpstr>Solving Linear Regression with the Closed-Form Solution</vt:lpstr>
      <vt:lpstr>Solving Linear Regression Using The Gradient Descent Method</vt:lpstr>
      <vt:lpstr>PowerPoint Presentation</vt:lpstr>
      <vt:lpstr>PowerPoint Presentation</vt:lpstr>
      <vt:lpstr>Solving Linear Regression Using The Gradient Descent Method</vt:lpstr>
      <vt:lpstr>Assumptions of Simple Linear Regression</vt:lpstr>
      <vt:lpstr>Assumptions of Simple Linear Regression</vt:lpstr>
      <vt:lpstr>Assumptions of Simple Linear Regression</vt:lpstr>
      <vt:lpstr>Assumptions of Simple Linear Regression</vt:lpstr>
      <vt:lpstr>What is Regressions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Mohammed Fasha</dc:creator>
  <cp:lastModifiedBy>Mohammed Fasha</cp:lastModifiedBy>
  <cp:revision>5</cp:revision>
  <dcterms:created xsi:type="dcterms:W3CDTF">2024-10-16T06:35:42Z</dcterms:created>
  <dcterms:modified xsi:type="dcterms:W3CDTF">2025-07-16T09:17:57Z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0x010100D30DB0B4DCD4994BA0B53B90F48248FB</vt:lpwstr>
  </property>
</Properties>
</file>