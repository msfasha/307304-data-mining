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55" r:id="rId5"/>
    <p:sldId id="456" r:id="rId6"/>
    <p:sldId id="457" r:id="rId7"/>
    <p:sldId id="458" r:id="rId8"/>
    <p:sldId id="462" r:id="rId9"/>
    <p:sldId id="459" r:id="rId10"/>
    <p:sldId id="460" r:id="rId11"/>
    <p:sldId id="463" r:id="rId12"/>
    <p:sldId id="465" r:id="rId13"/>
    <p:sldId id="464" r:id="rId14"/>
    <p:sldId id="4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30B40AC3-5669-44FB-A9B9-80E8E88C9E32}"/>
    <pc:docChg chg="undo custSel addSld delSld modSld">
      <pc:chgData name="Mohammed Fasha" userId="cc64f42d-a1a6-4f08-b97b-0c37f877119f" providerId="ADAL" clId="{30B40AC3-5669-44FB-A9B9-80E8E88C9E32}" dt="2024-10-21T08:00:22.594" v="429" actId="207"/>
      <pc:docMkLst>
        <pc:docMk/>
      </pc:docMkLst>
      <pc:sldChg chg="modSp">
        <pc:chgData name="Mohammed Fasha" userId="cc64f42d-a1a6-4f08-b97b-0c37f877119f" providerId="ADAL" clId="{30B40AC3-5669-44FB-A9B9-80E8E88C9E32}" dt="2024-10-21T07:01:55.743" v="0" actId="207"/>
        <pc:sldMkLst>
          <pc:docMk/>
          <pc:sldMk cId="4051642265" sldId="268"/>
        </pc:sldMkLst>
      </pc:sldChg>
      <pc:sldChg chg="modSp">
        <pc:chgData name="Mohammed Fasha" userId="cc64f42d-a1a6-4f08-b97b-0c37f877119f" providerId="ADAL" clId="{30B40AC3-5669-44FB-A9B9-80E8E88C9E32}" dt="2024-10-21T07:23:44.619" v="11"/>
        <pc:sldMkLst>
          <pc:docMk/>
          <pc:sldMk cId="1260131707" sldId="277"/>
        </pc:sldMkLst>
      </pc:sldChg>
      <pc:sldChg chg="addSp delSp modSp add del">
        <pc:chgData name="Mohammed Fasha" userId="cc64f42d-a1a6-4f08-b97b-0c37f877119f" providerId="ADAL" clId="{30B40AC3-5669-44FB-A9B9-80E8E88C9E32}" dt="2024-10-21T07:42:04.586" v="230" actId="2696"/>
        <pc:sldMkLst>
          <pc:docMk/>
          <pc:sldMk cId="3743348053" sldId="456"/>
        </pc:sldMkLst>
      </pc:sldChg>
      <pc:sldChg chg="addSp delSp modSp add del">
        <pc:chgData name="Mohammed Fasha" userId="cc64f42d-a1a6-4f08-b97b-0c37f877119f" providerId="ADAL" clId="{30B40AC3-5669-44FB-A9B9-80E8E88C9E32}" dt="2024-10-21T07:43:37.674" v="248" actId="2696"/>
        <pc:sldMkLst>
          <pc:docMk/>
          <pc:sldMk cId="1914310957" sldId="457"/>
        </pc:sldMkLst>
      </pc:sldChg>
      <pc:sldChg chg="addSp delSp modSp add del">
        <pc:chgData name="Mohammed Fasha" userId="cc64f42d-a1a6-4f08-b97b-0c37f877119f" providerId="ADAL" clId="{30B40AC3-5669-44FB-A9B9-80E8E88C9E32}" dt="2024-10-21T07:43:44.968" v="251" actId="2696"/>
        <pc:sldMkLst>
          <pc:docMk/>
          <pc:sldMk cId="1563484610" sldId="458"/>
        </pc:sldMkLst>
      </pc:sldChg>
      <pc:sldChg chg="addSp delSp modSp add del">
        <pc:chgData name="Mohammed Fasha" userId="cc64f42d-a1a6-4f08-b97b-0c37f877119f" providerId="ADAL" clId="{30B40AC3-5669-44FB-A9B9-80E8E88C9E32}" dt="2024-10-21T07:43:48.926" v="253" actId="2696"/>
        <pc:sldMkLst>
          <pc:docMk/>
          <pc:sldMk cId="3782395966" sldId="459"/>
        </pc:sldMkLst>
      </pc:sldChg>
      <pc:sldChg chg="addSp delSp modSp add">
        <pc:chgData name="Mohammed Fasha" userId="cc64f42d-a1a6-4f08-b97b-0c37f877119f" providerId="ADAL" clId="{30B40AC3-5669-44FB-A9B9-80E8E88C9E32}" dt="2024-10-21T07:58:46.456" v="410" actId="207"/>
        <pc:sldMkLst>
          <pc:docMk/>
          <pc:sldMk cId="713799975" sldId="460"/>
        </pc:sldMkLst>
      </pc:sldChg>
      <pc:sldChg chg="addSp delSp modSp add">
        <pc:chgData name="Mohammed Fasha" userId="cc64f42d-a1a6-4f08-b97b-0c37f877119f" providerId="ADAL" clId="{30B40AC3-5669-44FB-A9B9-80E8E88C9E32}" dt="2024-10-21T08:00:22.594" v="429" actId="207"/>
        <pc:sldMkLst>
          <pc:docMk/>
          <pc:sldMk cId="1559487564" sldId="461"/>
        </pc:sldMkLst>
      </pc:sldChg>
      <pc:sldChg chg="addSp delSp modSp add">
        <pc:chgData name="Mohammed Fasha" userId="cc64f42d-a1a6-4f08-b97b-0c37f877119f" providerId="ADAL" clId="{30B40AC3-5669-44FB-A9B9-80E8E88C9E32}" dt="2024-10-21T07:54:42.825" v="379" actId="207"/>
        <pc:sldMkLst>
          <pc:docMk/>
          <pc:sldMk cId="3087456825" sldId="462"/>
        </pc:sldMkLst>
      </pc:sldChg>
      <pc:sldChg chg="addSp delSp modSp add">
        <pc:chgData name="Mohammed Fasha" userId="cc64f42d-a1a6-4f08-b97b-0c37f877119f" providerId="ADAL" clId="{30B40AC3-5669-44FB-A9B9-80E8E88C9E32}" dt="2024-10-21T07:56:10.314" v="392" actId="14100"/>
        <pc:sldMkLst>
          <pc:docMk/>
          <pc:sldMk cId="1869085755" sldId="463"/>
        </pc:sldMkLst>
      </pc:sldChg>
      <pc:sldChg chg="addSp modSp add">
        <pc:chgData name="Mohammed Fasha" userId="cc64f42d-a1a6-4f08-b97b-0c37f877119f" providerId="ADAL" clId="{30B40AC3-5669-44FB-A9B9-80E8E88C9E32}" dt="2024-10-21T07:56:43.392" v="396" actId="5793"/>
        <pc:sldMkLst>
          <pc:docMk/>
          <pc:sldMk cId="4139560" sldId="464"/>
        </pc:sldMkLst>
      </pc:sldChg>
      <pc:sldChg chg="addSp modSp add">
        <pc:chgData name="Mohammed Fasha" userId="cc64f42d-a1a6-4f08-b97b-0c37f877119f" providerId="ADAL" clId="{30B40AC3-5669-44FB-A9B9-80E8E88C9E32}" dt="2024-10-21T07:57:39.264" v="404" actId="207"/>
        <pc:sldMkLst>
          <pc:docMk/>
          <pc:sldMk cId="277181267" sldId="465"/>
        </pc:sldMkLst>
      </pc:sldChg>
    </pc:docChg>
  </pc:docChgLst>
  <pc:docChgLst>
    <pc:chgData name="Mohammed Fasha" userId="cc64f42d-a1a6-4f08-b97b-0c37f877119f" providerId="ADAL" clId="{D1859E10-E91F-4CD4-B9AD-657F2116AC8C}"/>
    <pc:docChg chg="custSel modMainMaster">
      <pc:chgData name="Mohammed Fasha" userId="cc64f42d-a1a6-4f08-b97b-0c37f877119f" providerId="ADAL" clId="{D1859E10-E91F-4CD4-B9AD-657F2116AC8C}" dt="2024-11-09T05:23:14.444" v="3" actId="1076"/>
      <pc:docMkLst>
        <pc:docMk/>
      </pc:docMkLst>
      <pc:sldMasterChg chg="addSp delSp modSp mod">
        <pc:chgData name="Mohammed Fasha" userId="cc64f42d-a1a6-4f08-b97b-0c37f877119f" providerId="ADAL" clId="{D1859E10-E91F-4CD4-B9AD-657F2116AC8C}" dt="2024-11-09T05:23:14.444" v="3" actId="1076"/>
        <pc:sldMasterMkLst>
          <pc:docMk/>
          <pc:sldMasterMk cId="2573801746" sldId="2147483648"/>
        </pc:sldMasterMkLst>
      </pc:sldMasterChg>
    </pc:docChg>
  </pc:docChgLst>
  <pc:docChgLst>
    <pc:chgData name="Mohammed Fasha" userId="cc64f42d-a1a6-4f08-b97b-0c37f877119f" providerId="ADAL" clId="{985CD171-9E4A-4264-B045-872AAA800AE3}"/>
    <pc:docChg chg="undo custSel addSld delSld modSld sldOrd">
      <pc:chgData name="Mohammed Fasha" userId="cc64f42d-a1a6-4f08-b97b-0c37f877119f" providerId="ADAL" clId="{985CD171-9E4A-4264-B045-872AAA800AE3}" dt="2024-10-16T08:02:59.311" v="633" actId="404"/>
      <pc:docMkLst>
        <pc:docMk/>
      </pc:docMkLst>
      <pc:sldChg chg="modSp">
        <pc:chgData name="Mohammed Fasha" userId="cc64f42d-a1a6-4f08-b97b-0c37f877119f" providerId="ADAL" clId="{985CD171-9E4A-4264-B045-872AAA800AE3}" dt="2024-10-16T07:15:21.970" v="481" actId="27636"/>
        <pc:sldMkLst>
          <pc:docMk/>
          <pc:sldMk cId="1162554463" sldId="257"/>
        </pc:sldMkLst>
      </pc:sldChg>
      <pc:sldChg chg="addSp modSp">
        <pc:chgData name="Mohammed Fasha" userId="cc64f42d-a1a6-4f08-b97b-0c37f877119f" providerId="ADAL" clId="{985CD171-9E4A-4264-B045-872AAA800AE3}" dt="2024-10-16T07:06:03.884" v="437" actId="1076"/>
        <pc:sldMkLst>
          <pc:docMk/>
          <pc:sldMk cId="706735111" sldId="258"/>
        </pc:sldMkLst>
      </pc:sldChg>
      <pc:sldChg chg="addSp delSp modSp ord">
        <pc:chgData name="Mohammed Fasha" userId="cc64f42d-a1a6-4f08-b97b-0c37f877119f" providerId="ADAL" clId="{985CD171-9E4A-4264-B045-872AAA800AE3}" dt="2024-10-16T07:00:38.831" v="349" actId="207"/>
        <pc:sldMkLst>
          <pc:docMk/>
          <pc:sldMk cId="4289469650" sldId="261"/>
        </pc:sldMkLst>
      </pc:sldChg>
      <pc:sldChg chg="addSp delSp modSp ord">
        <pc:chgData name="Mohammed Fasha" userId="cc64f42d-a1a6-4f08-b97b-0c37f877119f" providerId="ADAL" clId="{985CD171-9E4A-4264-B045-872AAA800AE3}" dt="2024-10-16T06:46:39.846" v="191" actId="14100"/>
        <pc:sldMkLst>
          <pc:docMk/>
          <pc:sldMk cId="4130133658" sldId="262"/>
        </pc:sldMkLst>
      </pc:sldChg>
      <pc:sldChg chg="addSp modSp ord">
        <pc:chgData name="Mohammed Fasha" userId="cc64f42d-a1a6-4f08-b97b-0c37f877119f" providerId="ADAL" clId="{985CD171-9E4A-4264-B045-872AAA800AE3}" dt="2024-10-16T07:55:18.576" v="615" actId="207"/>
        <pc:sldMkLst>
          <pc:docMk/>
          <pc:sldMk cId="4074862586" sldId="263"/>
        </pc:sldMkLst>
      </pc:sldChg>
      <pc:sldChg chg="addSp delSp modSp add">
        <pc:chgData name="Mohammed Fasha" userId="cc64f42d-a1a6-4f08-b97b-0c37f877119f" providerId="ADAL" clId="{985CD171-9E4A-4264-B045-872AAA800AE3}" dt="2024-10-16T07:54:33.790" v="610"/>
        <pc:sldMkLst>
          <pc:docMk/>
          <pc:sldMk cId="2611575643" sldId="264"/>
        </pc:sldMkLst>
      </pc:sldChg>
      <pc:sldChg chg="addSp modSp add ord">
        <pc:chgData name="Mohammed Fasha" userId="cc64f42d-a1a6-4f08-b97b-0c37f877119f" providerId="ADAL" clId="{985CD171-9E4A-4264-B045-872AAA800AE3}" dt="2024-10-16T07:08:38.092" v="475" actId="27636"/>
        <pc:sldMkLst>
          <pc:docMk/>
          <pc:sldMk cId="335199774" sldId="265"/>
        </pc:sldMkLst>
      </pc:sldChg>
      <pc:sldChg chg="addSp delSp modSp add">
        <pc:chgData name="Mohammed Fasha" userId="cc64f42d-a1a6-4f08-b97b-0c37f877119f" providerId="ADAL" clId="{985CD171-9E4A-4264-B045-872AAA800AE3}" dt="2024-10-16T07:02:57.901" v="385" actId="27636"/>
        <pc:sldMkLst>
          <pc:docMk/>
          <pc:sldMk cId="2810357117" sldId="266"/>
        </pc:sldMkLst>
      </pc:sldChg>
      <pc:sldChg chg="addSp modSp add">
        <pc:chgData name="Mohammed Fasha" userId="cc64f42d-a1a6-4f08-b97b-0c37f877119f" providerId="ADAL" clId="{985CD171-9E4A-4264-B045-872AAA800AE3}" dt="2024-10-16T07:03:19.455" v="397" actId="27636"/>
        <pc:sldMkLst>
          <pc:docMk/>
          <pc:sldMk cId="2433706687" sldId="267"/>
        </pc:sldMkLst>
      </pc:sldChg>
      <pc:sldChg chg="addSp modSp add">
        <pc:chgData name="Mohammed Fasha" userId="cc64f42d-a1a6-4f08-b97b-0c37f877119f" providerId="ADAL" clId="{985CD171-9E4A-4264-B045-872AAA800AE3}" dt="2024-10-16T08:00:33.047" v="616" actId="14100"/>
        <pc:sldMkLst>
          <pc:docMk/>
          <pc:sldMk cId="4051642265" sldId="268"/>
        </pc:sldMkLst>
      </pc:sldChg>
      <pc:sldChg chg="addSp modSp add">
        <pc:chgData name="Mohammed Fasha" userId="cc64f42d-a1a6-4f08-b97b-0c37f877119f" providerId="ADAL" clId="{985CD171-9E4A-4264-B045-872AAA800AE3}" dt="2024-10-16T07:04:05.205" v="412" actId="14100"/>
        <pc:sldMkLst>
          <pc:docMk/>
          <pc:sldMk cId="87410777" sldId="269"/>
        </pc:sldMkLst>
      </pc:sldChg>
      <pc:sldChg chg="addSp modSp add">
        <pc:chgData name="Mohammed Fasha" userId="cc64f42d-a1a6-4f08-b97b-0c37f877119f" providerId="ADAL" clId="{985CD171-9E4A-4264-B045-872AAA800AE3}" dt="2024-10-16T07:04:34.185" v="419" actId="14100"/>
        <pc:sldMkLst>
          <pc:docMk/>
          <pc:sldMk cId="595502031" sldId="270"/>
        </pc:sldMkLst>
      </pc:sldChg>
      <pc:sldChg chg="addSp modSp add ord">
        <pc:chgData name="Mohammed Fasha" userId="cc64f42d-a1a6-4f08-b97b-0c37f877119f" providerId="ADAL" clId="{985CD171-9E4A-4264-B045-872AAA800AE3}" dt="2024-10-16T07:03:52.480" v="404" actId="27636"/>
        <pc:sldMkLst>
          <pc:docMk/>
          <pc:sldMk cId="3925652072" sldId="271"/>
        </pc:sldMkLst>
      </pc:sldChg>
      <pc:sldChg chg="addSp modSp add">
        <pc:chgData name="Mohammed Fasha" userId="cc64f42d-a1a6-4f08-b97b-0c37f877119f" providerId="ADAL" clId="{985CD171-9E4A-4264-B045-872AAA800AE3}" dt="2024-10-16T07:04:42.805" v="424" actId="1076"/>
        <pc:sldMkLst>
          <pc:docMk/>
          <pc:sldMk cId="463115072" sldId="272"/>
        </pc:sldMkLst>
      </pc:sldChg>
      <pc:sldChg chg="addSp modSp add">
        <pc:chgData name="Mohammed Fasha" userId="cc64f42d-a1a6-4f08-b97b-0c37f877119f" providerId="ADAL" clId="{985CD171-9E4A-4264-B045-872AAA800AE3}" dt="2024-10-16T07:06:32.789" v="441" actId="14100"/>
        <pc:sldMkLst>
          <pc:docMk/>
          <pc:sldMk cId="3668955903" sldId="273"/>
        </pc:sldMkLst>
      </pc:sldChg>
      <pc:sldChg chg="addSp delSp modSp add">
        <pc:chgData name="Mohammed Fasha" userId="cc64f42d-a1a6-4f08-b97b-0c37f877119f" providerId="ADAL" clId="{985CD171-9E4A-4264-B045-872AAA800AE3}" dt="2024-10-16T07:06:45.628" v="449" actId="27636"/>
        <pc:sldMkLst>
          <pc:docMk/>
          <pc:sldMk cId="3192380798" sldId="274"/>
        </pc:sldMkLst>
      </pc:sldChg>
      <pc:sldChg chg="addSp modSp add">
        <pc:chgData name="Mohammed Fasha" userId="cc64f42d-a1a6-4f08-b97b-0c37f877119f" providerId="ADAL" clId="{985CD171-9E4A-4264-B045-872AAA800AE3}" dt="2024-10-16T07:07:23.747" v="460" actId="20577"/>
        <pc:sldMkLst>
          <pc:docMk/>
          <pc:sldMk cId="3898002179" sldId="275"/>
        </pc:sldMkLst>
      </pc:sldChg>
      <pc:sldChg chg="addSp modSp add">
        <pc:chgData name="Mohammed Fasha" userId="cc64f42d-a1a6-4f08-b97b-0c37f877119f" providerId="ADAL" clId="{985CD171-9E4A-4264-B045-872AAA800AE3}" dt="2024-10-16T07:07:35.379" v="465" actId="27636"/>
        <pc:sldMkLst>
          <pc:docMk/>
          <pc:sldMk cId="1503352162" sldId="276"/>
        </pc:sldMkLst>
      </pc:sldChg>
      <pc:sldChg chg="addSp delSp modSp add">
        <pc:chgData name="Mohammed Fasha" userId="cc64f42d-a1a6-4f08-b97b-0c37f877119f" providerId="ADAL" clId="{985CD171-9E4A-4264-B045-872AAA800AE3}" dt="2024-10-16T07:28:38.184" v="537" actId="948"/>
        <pc:sldMkLst>
          <pc:docMk/>
          <pc:sldMk cId="1260131707" sldId="277"/>
        </pc:sldMkLst>
      </pc:sldChg>
      <pc:sldChg chg="addSp modSp add ord">
        <pc:chgData name="Mohammed Fasha" userId="cc64f42d-a1a6-4f08-b97b-0c37f877119f" providerId="ADAL" clId="{985CD171-9E4A-4264-B045-872AAA800AE3}" dt="2024-10-16T07:16:54.093" v="501" actId="27636"/>
        <pc:sldMkLst>
          <pc:docMk/>
          <pc:sldMk cId="1324937023" sldId="280"/>
        </pc:sldMkLst>
      </pc:sldChg>
      <pc:sldChg chg="addSp delSp modSp add">
        <pc:chgData name="Mohammed Fasha" userId="cc64f42d-a1a6-4f08-b97b-0c37f877119f" providerId="ADAL" clId="{985CD171-9E4A-4264-B045-872AAA800AE3}" dt="2024-10-16T07:44:30.797" v="606" actId="5793"/>
        <pc:sldMkLst>
          <pc:docMk/>
          <pc:sldMk cId="4085727926" sldId="281"/>
        </pc:sldMkLst>
      </pc:sldChg>
      <pc:sldChg chg="addSp modSp add">
        <pc:chgData name="Mohammed Fasha" userId="cc64f42d-a1a6-4f08-b97b-0c37f877119f" providerId="ADAL" clId="{985CD171-9E4A-4264-B045-872AAA800AE3}" dt="2024-10-16T08:01:33.772" v="621" actId="403"/>
        <pc:sldMkLst>
          <pc:docMk/>
          <pc:sldMk cId="156012141" sldId="282"/>
        </pc:sldMkLst>
      </pc:sldChg>
      <pc:sldChg chg="addSp modSp add">
        <pc:chgData name="Mohammed Fasha" userId="cc64f42d-a1a6-4f08-b97b-0c37f877119f" providerId="ADAL" clId="{985CD171-9E4A-4264-B045-872AAA800AE3}" dt="2024-10-16T08:02:59.311" v="633" actId="404"/>
        <pc:sldMkLst>
          <pc:docMk/>
          <pc:sldMk cId="248623450" sldId="284"/>
        </pc:sldMkLst>
      </pc:sldChg>
    </pc:docChg>
  </pc:docChgLst>
  <pc:docChgLst>
    <pc:chgData name="Mohammed Fasha" userId="cc64f42d-a1a6-4f08-b97b-0c37f877119f" providerId="ADAL" clId="{6B515210-E3E2-4B4B-BC10-968DB84AFC83}"/>
    <pc:docChg chg="undo custSel addSld delSld modSld sldOrd modMainMaster">
      <pc:chgData name="Mohammed Fasha" userId="cc64f42d-a1a6-4f08-b97b-0c37f877119f" providerId="ADAL" clId="{6B515210-E3E2-4B4B-BC10-968DB84AFC83}" dt="2025-03-12T03:08:53.710" v="1713" actId="20577"/>
      <pc:docMkLst>
        <pc:docMk/>
      </pc:docMkLst>
      <pc:sldChg chg="addSp delSp modSp mod chgLayout">
        <pc:chgData name="Mohammed Fasha" userId="cc64f42d-a1a6-4f08-b97b-0c37f877119f" providerId="ADAL" clId="{6B515210-E3E2-4B4B-BC10-968DB84AFC83}" dt="2025-03-12T02:44:50.431" v="832"/>
        <pc:sldMkLst>
          <pc:docMk/>
          <pc:sldMk cId="1162554463" sldId="257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706735111" sldId="258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289469650" sldId="261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130133658" sldId="262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074862586" sldId="263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2611575643" sldId="264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35199774" sldId="265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2810357117" sldId="266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2433706687" sldId="267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051642265" sldId="268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87410777" sldId="269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595502031" sldId="270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925652072" sldId="271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63115072" sldId="272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668955903" sldId="273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192380798" sldId="274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898002179" sldId="275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503352162" sldId="276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260131707" sldId="277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324937023" sldId="280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085727926" sldId="281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56012141" sldId="282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248623450" sldId="284"/>
        </pc:sldMkLst>
      </pc:sldChg>
      <pc:sldChg chg="delSp modSp mod">
        <pc:chgData name="Mohammed Fasha" userId="cc64f42d-a1a6-4f08-b97b-0c37f877119f" providerId="ADAL" clId="{6B515210-E3E2-4B4B-BC10-968DB84AFC83}" dt="2025-03-12T01:46:21.043" v="268" actId="1076"/>
        <pc:sldMkLst>
          <pc:docMk/>
          <pc:sldMk cId="1489447582" sldId="455"/>
        </pc:sldMkLst>
      </pc:sldChg>
      <pc:sldChg chg="addSp delSp modSp new mod chgLayout">
        <pc:chgData name="Mohammed Fasha" userId="cc64f42d-a1a6-4f08-b97b-0c37f877119f" providerId="ADAL" clId="{6B515210-E3E2-4B4B-BC10-968DB84AFC83}" dt="2025-03-12T03:08:53.710" v="1713" actId="20577"/>
        <pc:sldMkLst>
          <pc:docMk/>
          <pc:sldMk cId="3910887702" sldId="456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3573010135" sldId="457"/>
        </pc:sldMkLst>
      </pc:sldChg>
      <pc:sldChg chg="addSp delSp modSp new mod">
        <pc:chgData name="Mohammed Fasha" userId="cc64f42d-a1a6-4f08-b97b-0c37f877119f" providerId="ADAL" clId="{6B515210-E3E2-4B4B-BC10-968DB84AFC83}" dt="2025-03-12T02:46:20.092" v="837" actId="14100"/>
        <pc:sldMkLst>
          <pc:docMk/>
          <pc:sldMk cId="3639736080" sldId="457"/>
        </pc:sldMkLst>
      </pc:sldChg>
      <pc:sldChg chg="addSp modSp add mod">
        <pc:chgData name="Mohammed Fasha" userId="cc64f42d-a1a6-4f08-b97b-0c37f877119f" providerId="ADAL" clId="{6B515210-E3E2-4B4B-BC10-968DB84AFC83}" dt="2025-03-12T01:50:16.041" v="361" actId="27636"/>
        <pc:sldMkLst>
          <pc:docMk/>
          <pc:sldMk cId="2042404279" sldId="458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742298196" sldId="458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65005378" sldId="459"/>
        </pc:sldMkLst>
      </pc:sldChg>
      <pc:sldChg chg="addSp delSp modSp add mod">
        <pc:chgData name="Mohammed Fasha" userId="cc64f42d-a1a6-4f08-b97b-0c37f877119f" providerId="ADAL" clId="{6B515210-E3E2-4B4B-BC10-968DB84AFC83}" dt="2025-03-12T03:00:53.810" v="1066" actId="21"/>
        <pc:sldMkLst>
          <pc:docMk/>
          <pc:sldMk cId="2881282849" sldId="459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713799975" sldId="460"/>
        </pc:sldMkLst>
      </pc:sldChg>
      <pc:sldChg chg="addSp delSp modSp add mod">
        <pc:chgData name="Mohammed Fasha" userId="cc64f42d-a1a6-4f08-b97b-0c37f877119f" providerId="ADAL" clId="{6B515210-E3E2-4B4B-BC10-968DB84AFC83}" dt="2025-03-12T02:58:39.819" v="995" actId="27636"/>
        <pc:sldMkLst>
          <pc:docMk/>
          <pc:sldMk cId="945325653" sldId="460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1130963138" sldId="460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559487564" sldId="461"/>
        </pc:sldMkLst>
      </pc:sldChg>
      <pc:sldChg chg="addSp delSp modSp add mod">
        <pc:chgData name="Mohammed Fasha" userId="cc64f42d-a1a6-4f08-b97b-0c37f877119f" providerId="ADAL" clId="{6B515210-E3E2-4B4B-BC10-968DB84AFC83}" dt="2025-03-12T02:11:44.303" v="509"/>
        <pc:sldMkLst>
          <pc:docMk/>
          <pc:sldMk cId="2248227231" sldId="461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546861112" sldId="461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376539193" sldId="462"/>
        </pc:sldMkLst>
      </pc:sldChg>
      <pc:sldChg chg="addSp modSp add mod">
        <pc:chgData name="Mohammed Fasha" userId="cc64f42d-a1a6-4f08-b97b-0c37f877119f" providerId="ADAL" clId="{6B515210-E3E2-4B4B-BC10-968DB84AFC83}" dt="2025-03-12T02:18:24.439" v="598" actId="6549"/>
        <pc:sldMkLst>
          <pc:docMk/>
          <pc:sldMk cId="1427723282" sldId="462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3087456825" sldId="462"/>
        </pc:sldMkLst>
      </pc:sldChg>
      <pc:sldChg chg="addSp delSp modSp add mod">
        <pc:chgData name="Mohammed Fasha" userId="cc64f42d-a1a6-4f08-b97b-0c37f877119f" providerId="ADAL" clId="{6B515210-E3E2-4B4B-BC10-968DB84AFC83}" dt="2025-03-12T02:34:11.888" v="748" actId="14100"/>
        <pc:sldMkLst>
          <pc:docMk/>
          <pc:sldMk cId="538252582" sldId="463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1869085755" sldId="463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204594696" sldId="463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4139560" sldId="464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35027490" sldId="464"/>
        </pc:sldMkLst>
      </pc:sldChg>
      <pc:sldChg chg="addSp modSp add mod">
        <pc:chgData name="Mohammed Fasha" userId="cc64f42d-a1a6-4f08-b97b-0c37f877119f" providerId="ADAL" clId="{6B515210-E3E2-4B4B-BC10-968DB84AFC83}" dt="2025-03-12T02:33:11.507" v="724" actId="1076"/>
        <pc:sldMkLst>
          <pc:docMk/>
          <pc:sldMk cId="1559017199" sldId="464"/>
        </pc:sldMkLst>
      </pc:sldChg>
      <pc:sldChg chg="del">
        <pc:chgData name="Mohammed Fasha" userId="cc64f42d-a1a6-4f08-b97b-0c37f877119f" providerId="ADAL" clId="{6B515210-E3E2-4B4B-BC10-968DB84AFC83}" dt="2025-03-12T01:34:08.372" v="83" actId="2696"/>
        <pc:sldMkLst>
          <pc:docMk/>
          <pc:sldMk cId="277181267" sldId="465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1358405375" sldId="465"/>
        </pc:sldMkLst>
      </pc:sldChg>
      <pc:sldChg chg="addSp delSp modSp add mod ord">
        <pc:chgData name="Mohammed Fasha" userId="cc64f42d-a1a6-4f08-b97b-0c37f877119f" providerId="ADAL" clId="{6B515210-E3E2-4B4B-BC10-968DB84AFC83}" dt="2025-03-12T02:30:23.572" v="691" actId="1076"/>
        <pc:sldMkLst>
          <pc:docMk/>
          <pc:sldMk cId="2067025602" sldId="465"/>
        </pc:sldMkLst>
      </pc:sldChg>
      <pc:sldChg chg="addSp delSp modSp add mod">
        <pc:chgData name="Mohammed Fasha" userId="cc64f42d-a1a6-4f08-b97b-0c37f877119f" providerId="ADAL" clId="{6B515210-E3E2-4B4B-BC10-968DB84AFC83}" dt="2025-03-12T02:31:16.001" v="705" actId="1076"/>
        <pc:sldMkLst>
          <pc:docMk/>
          <pc:sldMk cId="2575217795" sldId="466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730556220" sldId="466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076829353" sldId="467"/>
        </pc:sldMkLst>
      </pc:sldChg>
      <pc:sldChg chg="addSp delSp modSp add del mod modClrScheme chgLayout">
        <pc:chgData name="Mohammed Fasha" userId="cc64f42d-a1a6-4f08-b97b-0c37f877119f" providerId="ADAL" clId="{6B515210-E3E2-4B4B-BC10-968DB84AFC83}" dt="2025-03-12T02:34:20.006" v="749" actId="47"/>
        <pc:sldMkLst>
          <pc:docMk/>
          <pc:sldMk cId="3203545122" sldId="467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176966881" sldId="468"/>
        </pc:sldMkLst>
      </pc:sldChg>
      <pc:sldChg chg="add del">
        <pc:chgData name="Mohammed Fasha" userId="cc64f42d-a1a6-4f08-b97b-0c37f877119f" providerId="ADAL" clId="{6B515210-E3E2-4B4B-BC10-968DB84AFC83}" dt="2025-03-12T02:34:20.168" v="750" actId="47"/>
        <pc:sldMkLst>
          <pc:docMk/>
          <pc:sldMk cId="2058978584" sldId="468"/>
        </pc:sldMkLst>
      </pc:sldChg>
      <pc:sldChg chg="add del">
        <pc:chgData name="Mohammed Fasha" userId="cc64f42d-a1a6-4f08-b97b-0c37f877119f" providerId="ADAL" clId="{6B515210-E3E2-4B4B-BC10-968DB84AFC83}" dt="2025-03-12T02:34:20.353" v="751" actId="47"/>
        <pc:sldMkLst>
          <pc:docMk/>
          <pc:sldMk cId="2001259236" sldId="469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149133959" sldId="469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184469585" sldId="470"/>
        </pc:sldMkLst>
      </pc:sldChg>
      <pc:sldChg chg="add del">
        <pc:chgData name="Mohammed Fasha" userId="cc64f42d-a1a6-4f08-b97b-0c37f877119f" providerId="ADAL" clId="{6B515210-E3E2-4B4B-BC10-968DB84AFC83}" dt="2025-03-12T02:34:21.650" v="752" actId="47"/>
        <pc:sldMkLst>
          <pc:docMk/>
          <pc:sldMk cId="4176577481" sldId="470"/>
        </pc:sldMkLst>
      </pc:sldChg>
      <pc:sldChg chg="add del">
        <pc:chgData name="Mohammed Fasha" userId="cc64f42d-a1a6-4f08-b97b-0c37f877119f" providerId="ADAL" clId="{6B515210-E3E2-4B4B-BC10-968DB84AFC83}" dt="2025-03-12T02:34:22.147" v="753" actId="47"/>
        <pc:sldMkLst>
          <pc:docMk/>
          <pc:sldMk cId="581574831" sldId="471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2059800610" sldId="471"/>
        </pc:sldMkLst>
      </pc:sldChg>
      <pc:sldChg chg="add del">
        <pc:chgData name="Mohammed Fasha" userId="cc64f42d-a1a6-4f08-b97b-0c37f877119f" providerId="ADAL" clId="{6B515210-E3E2-4B4B-BC10-968DB84AFC83}" dt="2025-03-12T01:38:38.172" v="141" actId="2696"/>
        <pc:sldMkLst>
          <pc:docMk/>
          <pc:sldMk cId="1566193115" sldId="472"/>
        </pc:sldMkLst>
      </pc:sldChg>
      <pc:sldChg chg="add del">
        <pc:chgData name="Mohammed Fasha" userId="cc64f42d-a1a6-4f08-b97b-0c37f877119f" providerId="ADAL" clId="{6B515210-E3E2-4B4B-BC10-968DB84AFC83}" dt="2025-03-12T02:34:22.723" v="754" actId="47"/>
        <pc:sldMkLst>
          <pc:docMk/>
          <pc:sldMk cId="3652126392" sldId="472"/>
        </pc:sldMkLst>
      </pc:sldChg>
      <pc:sldChg chg="add del">
        <pc:chgData name="Mohammed Fasha" userId="cc64f42d-a1a6-4f08-b97b-0c37f877119f" providerId="ADAL" clId="{6B515210-E3E2-4B4B-BC10-968DB84AFC83}" dt="2025-03-12T02:34:23.387" v="755" actId="47"/>
        <pc:sldMkLst>
          <pc:docMk/>
          <pc:sldMk cId="3716915739" sldId="473"/>
        </pc:sldMkLst>
      </pc:sldChg>
      <pc:sldChg chg="add del">
        <pc:chgData name="Mohammed Fasha" userId="cc64f42d-a1a6-4f08-b97b-0c37f877119f" providerId="ADAL" clId="{6B515210-E3E2-4B4B-BC10-968DB84AFC83}" dt="2025-03-12T02:34:24.048" v="756" actId="47"/>
        <pc:sldMkLst>
          <pc:docMk/>
          <pc:sldMk cId="1718835763" sldId="474"/>
        </pc:sldMkLst>
      </pc:sldChg>
      <pc:sldChg chg="add del">
        <pc:chgData name="Mohammed Fasha" userId="cc64f42d-a1a6-4f08-b97b-0c37f877119f" providerId="ADAL" clId="{6B515210-E3E2-4B4B-BC10-968DB84AFC83}" dt="2025-03-12T02:34:24.615" v="757" actId="47"/>
        <pc:sldMkLst>
          <pc:docMk/>
          <pc:sldMk cId="1692059453" sldId="475"/>
        </pc:sldMkLst>
      </pc:sldChg>
      <pc:sldChg chg="modSp add mod">
        <pc:chgData name="Mohammed Fasha" userId="cc64f42d-a1a6-4f08-b97b-0c37f877119f" providerId="ADAL" clId="{6B515210-E3E2-4B4B-BC10-968DB84AFC83}" dt="2025-03-12T02:32:31.978" v="715" actId="12"/>
        <pc:sldMkLst>
          <pc:docMk/>
          <pc:sldMk cId="1558611893" sldId="476"/>
        </pc:sldMkLst>
      </pc:sldChg>
      <pc:sldChg chg="addSp delSp modSp add del mod">
        <pc:chgData name="Mohammed Fasha" userId="cc64f42d-a1a6-4f08-b97b-0c37f877119f" providerId="ADAL" clId="{6B515210-E3E2-4B4B-BC10-968DB84AFC83}" dt="2025-03-12T02:50:02.536" v="890"/>
        <pc:sldMkLst>
          <pc:docMk/>
          <pc:sldMk cId="471849074" sldId="477"/>
        </pc:sldMkLst>
      </pc:sldChg>
      <pc:sldMasterChg chg="modSldLayout">
        <pc:chgData name="Mohammed Fasha" userId="cc64f42d-a1a6-4f08-b97b-0c37f877119f" providerId="ADAL" clId="{6B515210-E3E2-4B4B-BC10-968DB84AFC83}" dt="2025-03-12T01:38:22.885" v="140" actId="14100"/>
        <pc:sldMasterMkLst>
          <pc:docMk/>
          <pc:sldMasterMk cId="2573801746" sldId="2147483648"/>
        </pc:sldMasterMkLst>
        <pc:sldLayoutChg chg="addSp delSp modSp mod">
          <pc:chgData name="Mohammed Fasha" userId="cc64f42d-a1a6-4f08-b97b-0c37f877119f" providerId="ADAL" clId="{6B515210-E3E2-4B4B-BC10-968DB84AFC83}" dt="2025-03-12T01:38:22.885" v="140" actId="14100"/>
          <pc:sldLayoutMkLst>
            <pc:docMk/>
            <pc:sldMasterMk cId="2573801746" sldId="2147483648"/>
            <pc:sldLayoutMk cId="3033015503" sldId="2147483650"/>
          </pc:sldLayoutMkLst>
        </pc:sldLayoutChg>
      </pc:sldMasterChg>
    </pc:docChg>
  </pc:docChgLst>
  <pc:docChgLst>
    <pc:chgData name="Mohammed Fasha" userId="cc64f42d-a1a6-4f08-b97b-0c37f877119f" providerId="ADAL" clId="{D3520BFC-89CF-4CB5-8BC6-02854ED6C636}"/>
    <pc:docChg chg="undo custSel addSld delSld modSld modMainMaster">
      <pc:chgData name="Mohammed Fasha" userId="cc64f42d-a1a6-4f08-b97b-0c37f877119f" providerId="ADAL" clId="{D3520BFC-89CF-4CB5-8BC6-02854ED6C636}" dt="2024-10-16T09:49:25.572" v="384"/>
      <pc:docMkLst>
        <pc:docMk/>
      </pc:docMkLst>
      <pc:sldChg chg="modSp">
        <pc:chgData name="Mohammed Fasha" userId="cc64f42d-a1a6-4f08-b97b-0c37f877119f" providerId="ADAL" clId="{D3520BFC-89CF-4CB5-8BC6-02854ED6C636}" dt="2024-10-16T09:27:15.806" v="128" actId="1076"/>
        <pc:sldMkLst>
          <pc:docMk/>
          <pc:sldMk cId="706735111" sldId="258"/>
        </pc:sldMkLst>
      </pc:sldChg>
      <pc:sldChg chg="modSp mod">
        <pc:chgData name="Mohammed Fasha" userId="cc64f42d-a1a6-4f08-b97b-0c37f877119f" providerId="ADAL" clId="{D3520BFC-89CF-4CB5-8BC6-02854ED6C636}" dt="2024-10-16T09:44:32.790" v="325" actId="27636"/>
        <pc:sldMkLst>
          <pc:docMk/>
          <pc:sldMk cId="4289469650" sldId="261"/>
        </pc:sldMkLst>
      </pc:sldChg>
      <pc:sldChg chg="addSp delSp modSp mod">
        <pc:chgData name="Mohammed Fasha" userId="cc64f42d-a1a6-4f08-b97b-0c37f877119f" providerId="ADAL" clId="{D3520BFC-89CF-4CB5-8BC6-02854ED6C636}" dt="2024-10-16T09:28:12.841" v="142" actId="1076"/>
        <pc:sldMkLst>
          <pc:docMk/>
          <pc:sldMk cId="4130133658" sldId="262"/>
        </pc:sldMkLst>
      </pc:sldChg>
      <pc:sldChg chg="addSp delSp modSp mod chgLayout">
        <pc:chgData name="Mohammed Fasha" userId="cc64f42d-a1a6-4f08-b97b-0c37f877119f" providerId="ADAL" clId="{D3520BFC-89CF-4CB5-8BC6-02854ED6C636}" dt="2024-10-16T09:43:01.102" v="281" actId="14100"/>
        <pc:sldMkLst>
          <pc:docMk/>
          <pc:sldMk cId="2611575643" sldId="264"/>
        </pc:sldMkLst>
      </pc:sldChg>
      <pc:sldChg chg="modSp mod">
        <pc:chgData name="Mohammed Fasha" userId="cc64f42d-a1a6-4f08-b97b-0c37f877119f" providerId="ADAL" clId="{D3520BFC-89CF-4CB5-8BC6-02854ED6C636}" dt="2024-10-16T09:24:41.861" v="53" actId="14100"/>
        <pc:sldMkLst>
          <pc:docMk/>
          <pc:sldMk cId="3898002179" sldId="275"/>
        </pc:sldMkLst>
      </pc:sldChg>
      <pc:sldChg chg="addSp delSp modSp mod">
        <pc:chgData name="Mohammed Fasha" userId="cc64f42d-a1a6-4f08-b97b-0c37f877119f" providerId="ADAL" clId="{D3520BFC-89CF-4CB5-8BC6-02854ED6C636}" dt="2024-10-16T09:24:38.381" v="52" actId="27636"/>
        <pc:sldMkLst>
          <pc:docMk/>
          <pc:sldMk cId="1503352162" sldId="276"/>
        </pc:sldMkLst>
      </pc:sldChg>
      <pc:sldChg chg="modSp mod">
        <pc:chgData name="Mohammed Fasha" userId="cc64f42d-a1a6-4f08-b97b-0c37f877119f" providerId="ADAL" clId="{D3520BFC-89CF-4CB5-8BC6-02854ED6C636}" dt="2024-10-16T09:48:50.906" v="382"/>
        <pc:sldMkLst>
          <pc:docMk/>
          <pc:sldMk cId="1260131707" sldId="277"/>
        </pc:sldMkLst>
      </pc:sldChg>
      <pc:sldChg chg="modSp mod">
        <pc:chgData name="Mohammed Fasha" userId="cc64f42d-a1a6-4f08-b97b-0c37f877119f" providerId="ADAL" clId="{D3520BFC-89CF-4CB5-8BC6-02854ED6C636}" dt="2024-10-16T09:47:08.623" v="367" actId="179"/>
        <pc:sldMkLst>
          <pc:docMk/>
          <pc:sldMk cId="1324937023" sldId="280"/>
        </pc:sldMkLst>
      </pc:sldChg>
      <pc:sldChg chg="modSp mod">
        <pc:chgData name="Mohammed Fasha" userId="cc64f42d-a1a6-4f08-b97b-0c37f877119f" providerId="ADAL" clId="{D3520BFC-89CF-4CB5-8BC6-02854ED6C636}" dt="2024-10-16T09:44:54.951" v="335" actId="6549"/>
        <pc:sldMkLst>
          <pc:docMk/>
          <pc:sldMk cId="4085727926" sldId="281"/>
        </pc:sldMkLst>
      </pc:sldChg>
      <pc:sldChg chg="modSp mod">
        <pc:chgData name="Mohammed Fasha" userId="cc64f42d-a1a6-4f08-b97b-0c37f877119f" providerId="ADAL" clId="{D3520BFC-89CF-4CB5-8BC6-02854ED6C636}" dt="2024-10-16T09:49:20.342" v="383"/>
        <pc:sldMkLst>
          <pc:docMk/>
          <pc:sldMk cId="156012141" sldId="282"/>
        </pc:sldMkLst>
      </pc:sldChg>
      <pc:sldChg chg="delSp modSp mod">
        <pc:chgData name="Mohammed Fasha" userId="cc64f42d-a1a6-4f08-b97b-0c37f877119f" providerId="ADAL" clId="{D3520BFC-89CF-4CB5-8BC6-02854ED6C636}" dt="2024-10-16T09:49:25.572" v="384"/>
        <pc:sldMkLst>
          <pc:docMk/>
          <pc:sldMk cId="248623450" sldId="284"/>
        </pc:sldMkLst>
      </pc:sldChg>
      <pc:sldChg chg="addSp modSp add mod">
        <pc:chgData name="Mohammed Fasha" userId="cc64f42d-a1a6-4f08-b97b-0c37f877119f" providerId="ADAL" clId="{D3520BFC-89CF-4CB5-8BC6-02854ED6C636}" dt="2024-10-16T09:31:53.226" v="265" actId="20577"/>
        <pc:sldMkLst>
          <pc:docMk/>
          <pc:sldMk cId="1489447582" sldId="455"/>
        </pc:sldMkLst>
      </pc:sldChg>
      <pc:sldMasterChg chg="addSp modSp modSldLayout">
        <pc:chgData name="Mohammed Fasha" userId="cc64f42d-a1a6-4f08-b97b-0c37f877119f" providerId="ADAL" clId="{D3520BFC-89CF-4CB5-8BC6-02854ED6C636}" dt="2024-10-16T09:31:03.810" v="239" actId="14100"/>
        <pc:sldMasterMkLst>
          <pc:docMk/>
          <pc:sldMasterMk cId="2573801746" sldId="2147483648"/>
        </pc:sldMasterMkLst>
        <pc:sldLayoutChg chg="addSp modSp">
          <pc:chgData name="Mohammed Fasha" userId="cc64f42d-a1a6-4f08-b97b-0c37f877119f" providerId="ADAL" clId="{D3520BFC-89CF-4CB5-8BC6-02854ED6C636}" dt="2024-10-16T09:26:29.266" v="116"/>
          <pc:sldLayoutMkLst>
            <pc:docMk/>
            <pc:sldMasterMk cId="2573801746" sldId="2147483648"/>
            <pc:sldLayoutMk cId="1871815692" sldId="2147483649"/>
          </pc:sldLayoutMkLst>
        </pc:sldLayoutChg>
        <pc:sldLayoutChg chg="modSp mod">
          <pc:chgData name="Mohammed Fasha" userId="cc64f42d-a1a6-4f08-b97b-0c37f877119f" providerId="ADAL" clId="{D3520BFC-89CF-4CB5-8BC6-02854ED6C636}" dt="2024-10-16T09:31:03.810" v="239" actId="14100"/>
          <pc:sldLayoutMkLst>
            <pc:docMk/>
            <pc:sldMasterMk cId="2573801746" sldId="2147483648"/>
            <pc:sldLayoutMk cId="3033015503" sldId="2147483650"/>
          </pc:sldLayoutMkLst>
        </pc:sldLayoutChg>
      </pc:sldMasterChg>
    </pc:docChg>
  </pc:docChgLst>
  <pc:docChgLst>
    <pc:chgData name="Mohammed Fasha" userId="S::mohammed.fasha@uop.edu.jo::cc64f42d-a1a6-4f08-b97b-0c37f877119f" providerId="AD" clId="Web-{183AE7D0-0422-8839-EC6E-29E0859D7097}"/>
    <pc:docChg chg="addSld delSld modSld">
      <pc:chgData name="Mohammed Fasha" userId="S::mohammed.fasha@uop.edu.jo::cc64f42d-a1a6-4f08-b97b-0c37f877119f" providerId="AD" clId="Web-{183AE7D0-0422-8839-EC6E-29E0859D7097}" dt="2025-07-16T14:35:10.276" v="63" actId="20577"/>
      <pc:docMkLst>
        <pc:docMk/>
      </pc:docMkLst>
      <pc:sldChg chg="del">
        <pc:chgData name="Mohammed Fasha" userId="S::mohammed.fasha@uop.edu.jo::cc64f42d-a1a6-4f08-b97b-0c37f877119f" providerId="AD" clId="Web-{183AE7D0-0422-8839-EC6E-29E0859D7097}" dt="2025-07-16T14:30:46.940" v="18"/>
        <pc:sldMkLst>
          <pc:docMk/>
          <pc:sldMk cId="1162554463" sldId="257"/>
        </pc:sldMkLst>
      </pc:sldChg>
      <pc:sldChg chg="modSp">
        <pc:chgData name="Mohammed Fasha" userId="S::mohammed.fasha@uop.edu.jo::cc64f42d-a1a6-4f08-b97b-0c37f877119f" providerId="AD" clId="Web-{183AE7D0-0422-8839-EC6E-29E0859D7097}" dt="2025-07-16T14:30:58.893" v="25" actId="20577"/>
        <pc:sldMkLst>
          <pc:docMk/>
          <pc:sldMk cId="1489447582" sldId="455"/>
        </pc:sldMkLst>
        <pc:spChg chg="mod">
          <ac:chgData name="Mohammed Fasha" userId="S::mohammed.fasha@uop.edu.jo::cc64f42d-a1a6-4f08-b97b-0c37f877119f" providerId="AD" clId="Web-{183AE7D0-0422-8839-EC6E-29E0859D7097}" dt="2025-07-16T14:30:58.893" v="25" actId="20577"/>
          <ac:spMkLst>
            <pc:docMk/>
            <pc:sldMk cId="1489447582" sldId="455"/>
            <ac:spMk id="9" creationId="{F599965F-D781-62F6-30A4-33D89AC89080}"/>
          </ac:spMkLst>
        </pc:spChg>
      </pc:sldChg>
      <pc:sldChg chg="addSp delSp modSp new">
        <pc:chgData name="Mohammed Fasha" userId="S::mohammed.fasha@uop.edu.jo::cc64f42d-a1a6-4f08-b97b-0c37f877119f" providerId="AD" clId="Web-{183AE7D0-0422-8839-EC6E-29E0859D7097}" dt="2025-07-16T14:34:44.681" v="61" actId="1076"/>
        <pc:sldMkLst>
          <pc:docMk/>
          <pc:sldMk cId="2145144810" sldId="456"/>
        </pc:sldMkLst>
        <pc:spChg chg="mod">
          <ac:chgData name="Mohammed Fasha" userId="S::mohammed.fasha@uop.edu.jo::cc64f42d-a1a6-4f08-b97b-0c37f877119f" providerId="AD" clId="Web-{183AE7D0-0422-8839-EC6E-29E0859D7097}" dt="2025-07-16T14:34:05.243" v="54" actId="14100"/>
          <ac:spMkLst>
            <pc:docMk/>
            <pc:sldMk cId="2145144810" sldId="456"/>
            <ac:spMk id="2" creationId="{A67F3E90-0FEA-4491-CD3B-54061E231F3E}"/>
          </ac:spMkLst>
        </pc:spChg>
        <pc:spChg chg="mod">
          <ac:chgData name="Mohammed Fasha" userId="S::mohammed.fasha@uop.edu.jo::cc64f42d-a1a6-4f08-b97b-0c37f877119f" providerId="AD" clId="Web-{183AE7D0-0422-8839-EC6E-29E0859D7097}" dt="2025-07-16T14:31:52.473" v="35" actId="20577"/>
          <ac:spMkLst>
            <pc:docMk/>
            <pc:sldMk cId="2145144810" sldId="456"/>
            <ac:spMk id="3" creationId="{E3173229-46D2-444C-C512-9405F10F26F7}"/>
          </ac:spMkLst>
        </pc:spChg>
        <pc:picChg chg="add mod">
          <ac:chgData name="Mohammed Fasha" userId="S::mohammed.fasha@uop.edu.jo::cc64f42d-a1a6-4f08-b97b-0c37f877119f" providerId="AD" clId="Web-{183AE7D0-0422-8839-EC6E-29E0859D7097}" dt="2025-07-16T14:34:44.681" v="61" actId="1076"/>
          <ac:picMkLst>
            <pc:docMk/>
            <pc:sldMk cId="2145144810" sldId="456"/>
            <ac:picMk id="6" creationId="{C0C178FF-668E-3159-DDA2-ED1B4CB3BD07}"/>
          </ac:picMkLst>
        </pc:picChg>
      </pc:sldChg>
      <pc:sldChg chg="del">
        <pc:chgData name="Mohammed Fasha" userId="S::mohammed.fasha@uop.edu.jo::cc64f42d-a1a6-4f08-b97b-0c37f877119f" providerId="AD" clId="Web-{183AE7D0-0422-8839-EC6E-29E0859D7097}" dt="2025-07-16T14:30:46.909" v="0"/>
        <pc:sldMkLst>
          <pc:docMk/>
          <pc:sldMk cId="3910887702" sldId="456"/>
        </pc:sldMkLst>
      </pc:sldChg>
      <pc:sldChg chg="new del">
        <pc:chgData name="Mohammed Fasha" userId="S::mohammed.fasha@uop.edu.jo::cc64f42d-a1a6-4f08-b97b-0c37f877119f" providerId="AD" clId="Web-{183AE7D0-0422-8839-EC6E-29E0859D7097}" dt="2025-07-16T14:31:01.972" v="26"/>
        <pc:sldMkLst>
          <pc:docMk/>
          <pc:sldMk cId="4030929307" sldId="456"/>
        </pc:sldMkLst>
      </pc:sldChg>
      <pc:sldChg chg="modSp add replId">
        <pc:chgData name="Mohammed Fasha" userId="S::mohammed.fasha@uop.edu.jo::cc64f42d-a1a6-4f08-b97b-0c37f877119f" providerId="AD" clId="Web-{183AE7D0-0422-8839-EC6E-29E0859D7097}" dt="2025-07-16T14:35:10.276" v="63" actId="20577"/>
        <pc:sldMkLst>
          <pc:docMk/>
          <pc:sldMk cId="3415756226" sldId="457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40" v="16"/>
        <pc:sldMkLst>
          <pc:docMk/>
          <pc:sldMk cId="3639736080" sldId="457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5"/>
        <pc:sldMkLst>
          <pc:docMk/>
          <pc:sldMk cId="2042404279" sldId="458"/>
        </pc:sldMkLst>
      </pc:sldChg>
      <pc:sldChg chg="add replId">
        <pc:chgData name="Mohammed Fasha" userId="S::mohammed.fasha@uop.edu.jo::cc64f42d-a1a6-4f08-b97b-0c37f877119f" providerId="AD" clId="Web-{183AE7D0-0422-8839-EC6E-29E0859D7097}" dt="2025-07-16T14:31:08.612" v="29"/>
        <pc:sldMkLst>
          <pc:docMk/>
          <pc:sldMk cId="3207878978" sldId="458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4"/>
        <pc:sldMkLst>
          <pc:docMk/>
          <pc:sldMk cId="2881282849" sldId="459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9"/>
        <pc:sldMkLst>
          <pc:docMk/>
          <pc:sldMk cId="2248227231" sldId="461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8"/>
        <pc:sldMkLst>
          <pc:docMk/>
          <pc:sldMk cId="1427723282" sldId="462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09" v="5"/>
        <pc:sldMkLst>
          <pc:docMk/>
          <pc:sldMk cId="538252582" sldId="463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09" v="3"/>
        <pc:sldMkLst>
          <pc:docMk/>
          <pc:sldMk cId="1559017199" sldId="464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09" v="4"/>
        <pc:sldMkLst>
          <pc:docMk/>
          <pc:sldMk cId="2067025602" sldId="465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09" v="2"/>
        <pc:sldMkLst>
          <pc:docMk/>
          <pc:sldMk cId="2575217795" sldId="466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09" v="1"/>
        <pc:sldMkLst>
          <pc:docMk/>
          <pc:sldMk cId="1558611893" sldId="476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40" v="17"/>
        <pc:sldMkLst>
          <pc:docMk/>
          <pc:sldMk cId="2300765676" sldId="477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40" v="19"/>
        <pc:sldMkLst>
          <pc:docMk/>
          <pc:sldMk cId="2145969539" sldId="478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3"/>
        <pc:sldMkLst>
          <pc:docMk/>
          <pc:sldMk cId="1427132372" sldId="479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2"/>
        <pc:sldMkLst>
          <pc:docMk/>
          <pc:sldMk cId="3075052158" sldId="480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0"/>
        <pc:sldMkLst>
          <pc:docMk/>
          <pc:sldMk cId="3717947773" sldId="481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7"/>
        <pc:sldMkLst>
          <pc:docMk/>
          <pc:sldMk cId="3941017664" sldId="482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6"/>
        <pc:sldMkLst>
          <pc:docMk/>
          <pc:sldMk cId="1291192180" sldId="483"/>
        </pc:sldMkLst>
      </pc:sldChg>
      <pc:sldChg chg="del">
        <pc:chgData name="Mohammed Fasha" userId="S::mohammed.fasha@uop.edu.jo::cc64f42d-a1a6-4f08-b97b-0c37f877119f" providerId="AD" clId="Web-{183AE7D0-0422-8839-EC6E-29E0859D7097}" dt="2025-07-16T14:30:46.924" v="11"/>
        <pc:sldMkLst>
          <pc:docMk/>
          <pc:sldMk cId="1949621639" sldId="484"/>
        </pc:sldMkLst>
      </pc:sldChg>
    </pc:docChg>
  </pc:docChgLst>
  <pc:docChgLst>
    <pc:chgData name="Mohammed Fasha" userId="cc64f42d-a1a6-4f08-b97b-0c37f877119f" providerId="ADAL" clId="{30DD28B9-8B97-487C-83EE-EC2EB54F3F9E}"/>
    <pc:docChg chg="undo custSel modSld">
      <pc:chgData name="Mohammed Fasha" userId="cc64f42d-a1a6-4f08-b97b-0c37f877119f" providerId="ADAL" clId="{30DD28B9-8B97-487C-83EE-EC2EB54F3F9E}" dt="2024-10-17T03:04:01.750" v="11" actId="1076"/>
      <pc:docMkLst>
        <pc:docMk/>
      </pc:docMkLst>
      <pc:sldChg chg="modSp mod">
        <pc:chgData name="Mohammed Fasha" userId="cc64f42d-a1a6-4f08-b97b-0c37f877119f" providerId="ADAL" clId="{30DD28B9-8B97-487C-83EE-EC2EB54F3F9E}" dt="2024-10-16T20:03:44.325" v="2" actId="20577"/>
        <pc:sldMkLst>
          <pc:docMk/>
          <pc:sldMk cId="1162554463" sldId="257"/>
        </pc:sldMkLst>
      </pc:sldChg>
      <pc:sldChg chg="modSp mod">
        <pc:chgData name="Mohammed Fasha" userId="cc64f42d-a1a6-4f08-b97b-0c37f877119f" providerId="ADAL" clId="{30DD28B9-8B97-487C-83EE-EC2EB54F3F9E}" dt="2024-10-16T20:03:53.393" v="4" actId="113"/>
        <pc:sldMkLst>
          <pc:docMk/>
          <pc:sldMk cId="706735111" sldId="258"/>
        </pc:sldMkLst>
      </pc:sldChg>
      <pc:sldChg chg="addSp delSp modSp mod">
        <pc:chgData name="Mohammed Fasha" userId="cc64f42d-a1a6-4f08-b97b-0c37f877119f" providerId="ADAL" clId="{30DD28B9-8B97-487C-83EE-EC2EB54F3F9E}" dt="2024-10-16T20:04:08.776" v="6"/>
        <pc:sldMkLst>
          <pc:docMk/>
          <pc:sldMk cId="2433706687" sldId="267"/>
        </pc:sldMkLst>
      </pc:sldChg>
      <pc:sldChg chg="addSp delSp modSp mod">
        <pc:chgData name="Mohammed Fasha" userId="cc64f42d-a1a6-4f08-b97b-0c37f877119f" providerId="ADAL" clId="{30DD28B9-8B97-487C-83EE-EC2EB54F3F9E}" dt="2024-10-16T20:04:23.488" v="10" actId="27636"/>
        <pc:sldMkLst>
          <pc:docMk/>
          <pc:sldMk cId="3925652072" sldId="271"/>
        </pc:sldMkLst>
      </pc:sldChg>
      <pc:sldChg chg="modSp mod">
        <pc:chgData name="Mohammed Fasha" userId="cc64f42d-a1a6-4f08-b97b-0c37f877119f" providerId="ADAL" clId="{30DD28B9-8B97-487C-83EE-EC2EB54F3F9E}" dt="2024-10-17T03:04:01.750" v="11" actId="1076"/>
        <pc:sldMkLst>
          <pc:docMk/>
          <pc:sldMk cId="1489447582" sldId="455"/>
        </pc:sldMkLst>
      </pc:sldChg>
    </pc:docChg>
  </pc:docChgLst>
  <pc:docChgLst>
    <pc:chgData name="Mohammed Fasha" userId="cc64f42d-a1a6-4f08-b97b-0c37f877119f" providerId="ADAL" clId="{B004DB22-B418-47BE-85DF-64F58F0EEE29}"/>
    <pc:docChg chg="undo custSel addSld delSld modSld sldOrd">
      <pc:chgData name="Mohammed Fasha" userId="cc64f42d-a1a6-4f08-b97b-0c37f877119f" providerId="ADAL" clId="{B004DB22-B418-47BE-85DF-64F58F0EEE29}" dt="2025-07-17T05:30:06.495" v="297" actId="948"/>
      <pc:docMkLst>
        <pc:docMk/>
      </pc:docMkLst>
      <pc:sldChg chg="modSp mod chgLayout">
        <pc:chgData name="Mohammed Fasha" userId="cc64f42d-a1a6-4f08-b97b-0c37f877119f" providerId="ADAL" clId="{B004DB22-B418-47BE-85DF-64F58F0EEE29}" dt="2025-07-17T04:49:26.887" v="7" actId="167"/>
        <pc:sldMkLst>
          <pc:docMk/>
          <pc:sldMk cId="2145144810" sldId="456"/>
        </pc:sldMkLst>
        <pc:spChg chg="mod ord">
          <ac:chgData name="Mohammed Fasha" userId="cc64f42d-a1a6-4f08-b97b-0c37f877119f" providerId="ADAL" clId="{B004DB22-B418-47BE-85DF-64F58F0EEE29}" dt="2025-07-17T04:49:18.193" v="4" actId="27636"/>
          <ac:spMkLst>
            <pc:docMk/>
            <pc:sldMk cId="2145144810" sldId="456"/>
            <ac:spMk id="2" creationId="{A67F3E90-0FEA-4491-CD3B-54061E231F3E}"/>
          </ac:spMkLst>
        </pc:spChg>
        <pc:spChg chg="mod ord">
          <ac:chgData name="Mohammed Fasha" userId="cc64f42d-a1a6-4f08-b97b-0c37f877119f" providerId="ADAL" clId="{B004DB22-B418-47BE-85DF-64F58F0EEE29}" dt="2025-07-17T04:49:12.965" v="0" actId="700"/>
          <ac:spMkLst>
            <pc:docMk/>
            <pc:sldMk cId="2145144810" sldId="456"/>
            <ac:spMk id="3" creationId="{E3173229-46D2-444C-C512-9405F10F26F7}"/>
          </ac:spMkLst>
        </pc:spChg>
        <pc:picChg chg="mod ord">
          <ac:chgData name="Mohammed Fasha" userId="cc64f42d-a1a6-4f08-b97b-0c37f877119f" providerId="ADAL" clId="{B004DB22-B418-47BE-85DF-64F58F0EEE29}" dt="2025-07-17T04:49:26.887" v="7" actId="167"/>
          <ac:picMkLst>
            <pc:docMk/>
            <pc:sldMk cId="2145144810" sldId="456"/>
            <ac:picMk id="6" creationId="{C0C178FF-668E-3159-DDA2-ED1B4CB3BD07}"/>
          </ac:picMkLst>
        </pc:picChg>
      </pc:sldChg>
      <pc:sldChg chg="addSp delSp modSp mod">
        <pc:chgData name="Mohammed Fasha" userId="cc64f42d-a1a6-4f08-b97b-0c37f877119f" providerId="ADAL" clId="{B004DB22-B418-47BE-85DF-64F58F0EEE29}" dt="2025-07-17T04:50:08.195" v="11"/>
        <pc:sldMkLst>
          <pc:docMk/>
          <pc:sldMk cId="3415756226" sldId="457"/>
        </pc:sldMkLst>
        <pc:spChg chg="mod">
          <ac:chgData name="Mohammed Fasha" userId="cc64f42d-a1a6-4f08-b97b-0c37f877119f" providerId="ADAL" clId="{B004DB22-B418-47BE-85DF-64F58F0EEE29}" dt="2025-07-17T04:50:08.195" v="11"/>
          <ac:spMkLst>
            <pc:docMk/>
            <pc:sldMk cId="3415756226" sldId="457"/>
            <ac:spMk id="3" creationId="{9DEBC2BB-92C5-BA11-0A89-8AFF433799AF}"/>
          </ac:spMkLst>
        </pc:spChg>
        <pc:graphicFrameChg chg="add mod modGraphic">
          <ac:chgData name="Mohammed Fasha" userId="cc64f42d-a1a6-4f08-b97b-0c37f877119f" providerId="ADAL" clId="{B004DB22-B418-47BE-85DF-64F58F0EEE29}" dt="2025-07-17T04:50:03.834" v="10" actId="14734"/>
          <ac:graphicFrameMkLst>
            <pc:docMk/>
            <pc:sldMk cId="3415756226" sldId="457"/>
            <ac:graphicFrameMk id="4" creationId="{99F7850E-FBEB-E396-6E03-F8260EB4E8FF}"/>
          </ac:graphicFrameMkLst>
        </pc:graphicFrameChg>
      </pc:sldChg>
      <pc:sldChg chg="addSp delSp modSp mod">
        <pc:chgData name="Mohammed Fasha" userId="cc64f42d-a1a6-4f08-b97b-0c37f877119f" providerId="ADAL" clId="{B004DB22-B418-47BE-85DF-64F58F0EEE29}" dt="2025-07-17T05:00:42.048" v="70" actId="14100"/>
        <pc:sldMkLst>
          <pc:docMk/>
          <pc:sldMk cId="3207878978" sldId="458"/>
        </pc:sldMkLst>
        <pc:spChg chg="mod">
          <ac:chgData name="Mohammed Fasha" userId="cc64f42d-a1a6-4f08-b97b-0c37f877119f" providerId="ADAL" clId="{B004DB22-B418-47BE-85DF-64F58F0EEE29}" dt="2025-07-17T04:57:32.816" v="28" actId="27636"/>
          <ac:spMkLst>
            <pc:docMk/>
            <pc:sldMk cId="3207878978" sldId="458"/>
            <ac:spMk id="2" creationId="{F5B23588-AEC9-EEE4-5270-5D526CF80559}"/>
          </ac:spMkLst>
        </pc:spChg>
        <pc:spChg chg="mod">
          <ac:chgData name="Mohammed Fasha" userId="cc64f42d-a1a6-4f08-b97b-0c37f877119f" providerId="ADAL" clId="{B004DB22-B418-47BE-85DF-64F58F0EEE29}" dt="2025-07-17T04:50:26.759" v="18" actId="113"/>
          <ac:spMkLst>
            <pc:docMk/>
            <pc:sldMk cId="3207878978" sldId="458"/>
            <ac:spMk id="3" creationId="{26AC9734-F991-7DBA-2CE7-808DE91A025C}"/>
          </ac:spMkLst>
        </pc:spChg>
        <pc:picChg chg="add mod">
          <ac:chgData name="Mohammed Fasha" userId="cc64f42d-a1a6-4f08-b97b-0c37f877119f" providerId="ADAL" clId="{B004DB22-B418-47BE-85DF-64F58F0EEE29}" dt="2025-07-17T05:00:42.048" v="70" actId="14100"/>
          <ac:picMkLst>
            <pc:docMk/>
            <pc:sldMk cId="3207878978" sldId="458"/>
            <ac:picMk id="2050" creationId="{84E2568D-DE94-BE84-333A-85CE84C38E60}"/>
          </ac:picMkLst>
        </pc:picChg>
      </pc:sldChg>
      <pc:sldChg chg="addSp modSp new mod">
        <pc:chgData name="Mohammed Fasha" userId="cc64f42d-a1a6-4f08-b97b-0c37f877119f" providerId="ADAL" clId="{B004DB22-B418-47BE-85DF-64F58F0EEE29}" dt="2025-07-17T05:02:25.300" v="81" actId="27636"/>
        <pc:sldMkLst>
          <pc:docMk/>
          <pc:sldMk cId="3093745853" sldId="459"/>
        </pc:sldMkLst>
        <pc:spChg chg="mod">
          <ac:chgData name="Mohammed Fasha" userId="cc64f42d-a1a6-4f08-b97b-0c37f877119f" providerId="ADAL" clId="{B004DB22-B418-47BE-85DF-64F58F0EEE29}" dt="2025-07-17T05:02:25.300" v="81" actId="27636"/>
          <ac:spMkLst>
            <pc:docMk/>
            <pc:sldMk cId="3093745853" sldId="459"/>
            <ac:spMk id="2" creationId="{69D39695-5261-B30F-D655-196D3F7C68C5}"/>
          </ac:spMkLst>
        </pc:spChg>
        <pc:spChg chg="mod">
          <ac:chgData name="Mohammed Fasha" userId="cc64f42d-a1a6-4f08-b97b-0c37f877119f" providerId="ADAL" clId="{B004DB22-B418-47BE-85DF-64F58F0EEE29}" dt="2025-07-17T04:59:54.845" v="64" actId="113"/>
          <ac:spMkLst>
            <pc:docMk/>
            <pc:sldMk cId="3093745853" sldId="459"/>
            <ac:spMk id="3" creationId="{E07C5174-A155-4EFD-9921-8A91B69C52D1}"/>
          </ac:spMkLst>
        </pc:spChg>
        <pc:picChg chg="add mod">
          <ac:chgData name="Mohammed Fasha" userId="cc64f42d-a1a6-4f08-b97b-0c37f877119f" providerId="ADAL" clId="{B004DB22-B418-47BE-85DF-64F58F0EEE29}" dt="2025-07-17T05:02:19.642" v="79" actId="1076"/>
          <ac:picMkLst>
            <pc:docMk/>
            <pc:sldMk cId="3093745853" sldId="459"/>
            <ac:picMk id="3074" creationId="{12A32126-F123-C402-D405-5FB104D90F65}"/>
          </ac:picMkLst>
        </pc:picChg>
      </pc:sldChg>
      <pc:sldChg chg="addSp modSp add mod">
        <pc:chgData name="Mohammed Fasha" userId="cc64f42d-a1a6-4f08-b97b-0c37f877119f" providerId="ADAL" clId="{B004DB22-B418-47BE-85DF-64F58F0EEE29}" dt="2025-07-17T05:27:20.158" v="271" actId="14734"/>
        <pc:sldMkLst>
          <pc:docMk/>
          <pc:sldMk cId="279127823" sldId="460"/>
        </pc:sldMkLst>
        <pc:spChg chg="mod">
          <ac:chgData name="Mohammed Fasha" userId="cc64f42d-a1a6-4f08-b97b-0c37f877119f" providerId="ADAL" clId="{B004DB22-B418-47BE-85DF-64F58F0EEE29}" dt="2025-07-17T05:26:56.211" v="263" actId="27636"/>
          <ac:spMkLst>
            <pc:docMk/>
            <pc:sldMk cId="279127823" sldId="460"/>
            <ac:spMk id="2" creationId="{8FF6C82C-AF6E-5D05-EBAC-EAEBCECEB689}"/>
          </ac:spMkLst>
        </pc:spChg>
        <pc:spChg chg="mod">
          <ac:chgData name="Mohammed Fasha" userId="cc64f42d-a1a6-4f08-b97b-0c37f877119f" providerId="ADAL" clId="{B004DB22-B418-47BE-85DF-64F58F0EEE29}" dt="2025-07-17T05:02:57.413" v="88" actId="113"/>
          <ac:spMkLst>
            <pc:docMk/>
            <pc:sldMk cId="279127823" sldId="460"/>
            <ac:spMk id="3" creationId="{ECADF709-D39F-C906-30C9-5E90EBEF0D61}"/>
          </ac:spMkLst>
        </pc:spChg>
        <pc:graphicFrameChg chg="add mod modGraphic">
          <ac:chgData name="Mohammed Fasha" userId="cc64f42d-a1a6-4f08-b97b-0c37f877119f" providerId="ADAL" clId="{B004DB22-B418-47BE-85DF-64F58F0EEE29}" dt="2025-07-17T05:27:20.158" v="271" actId="14734"/>
          <ac:graphicFrameMkLst>
            <pc:docMk/>
            <pc:sldMk cId="279127823" sldId="460"/>
            <ac:graphicFrameMk id="4" creationId="{0456C516-B57E-4B46-4E1E-11FFD9D71614}"/>
          </ac:graphicFrameMkLst>
        </pc:graphicFrameChg>
      </pc:sldChg>
      <pc:sldChg chg="addSp delSp modSp add mod">
        <pc:chgData name="Mohammed Fasha" userId="cc64f42d-a1a6-4f08-b97b-0c37f877119f" providerId="ADAL" clId="{B004DB22-B418-47BE-85DF-64F58F0EEE29}" dt="2025-07-17T05:28:15.855" v="277" actId="1076"/>
        <pc:sldMkLst>
          <pc:docMk/>
          <pc:sldMk cId="2379583142" sldId="461"/>
        </pc:sldMkLst>
        <pc:spChg chg="add del mod">
          <ac:chgData name="Mohammed Fasha" userId="cc64f42d-a1a6-4f08-b97b-0c37f877119f" providerId="ADAL" clId="{B004DB22-B418-47BE-85DF-64F58F0EEE29}" dt="2025-07-17T05:08:42.396" v="184" actId="404"/>
          <ac:spMkLst>
            <pc:docMk/>
            <pc:sldMk cId="2379583142" sldId="461"/>
            <ac:spMk id="2" creationId="{E9432BF3-EBC3-84DA-6256-9DFBD39C3EF8}"/>
          </ac:spMkLst>
        </pc:spChg>
        <pc:spChg chg="mod">
          <ac:chgData name="Mohammed Fasha" userId="cc64f42d-a1a6-4f08-b97b-0c37f877119f" providerId="ADAL" clId="{B004DB22-B418-47BE-85DF-64F58F0EEE29}" dt="2025-07-17T05:07:18.933" v="134" actId="20577"/>
          <ac:spMkLst>
            <pc:docMk/>
            <pc:sldMk cId="2379583142" sldId="461"/>
            <ac:spMk id="3" creationId="{94BD4596-B9A1-B460-0BEF-45C6EFBF5881}"/>
          </ac:spMkLst>
        </pc:spChg>
        <pc:spChg chg="add mod">
          <ac:chgData name="Mohammed Fasha" userId="cc64f42d-a1a6-4f08-b97b-0c37f877119f" providerId="ADAL" clId="{B004DB22-B418-47BE-85DF-64F58F0EEE29}" dt="2025-07-17T05:08:51.407" v="188" actId="20577"/>
          <ac:spMkLst>
            <pc:docMk/>
            <pc:sldMk cId="2379583142" sldId="461"/>
            <ac:spMk id="10" creationId="{2275BCB7-2A19-8AB8-2680-32718E88D9DD}"/>
          </ac:spMkLst>
        </pc:spChg>
        <pc:graphicFrameChg chg="add mod modGraphic">
          <ac:chgData name="Mohammed Fasha" userId="cc64f42d-a1a6-4f08-b97b-0c37f877119f" providerId="ADAL" clId="{B004DB22-B418-47BE-85DF-64F58F0EEE29}" dt="2025-07-17T05:28:15.855" v="277" actId="1076"/>
          <ac:graphicFrameMkLst>
            <pc:docMk/>
            <pc:sldMk cId="2379583142" sldId="461"/>
            <ac:graphicFrameMk id="11" creationId="{EBAFD4FA-3480-DFDD-24DC-C28CA337DF35}"/>
          </ac:graphicFrameMkLst>
        </pc:graphicFrameChg>
      </pc:sldChg>
      <pc:sldChg chg="addSp modSp add mod ord">
        <pc:chgData name="Mohammed Fasha" userId="cc64f42d-a1a6-4f08-b97b-0c37f877119f" providerId="ADAL" clId="{B004DB22-B418-47BE-85DF-64F58F0EEE29}" dt="2025-07-17T04:59:27.306" v="57"/>
        <pc:sldMkLst>
          <pc:docMk/>
          <pc:sldMk cId="1155590901" sldId="462"/>
        </pc:sldMkLst>
        <pc:spChg chg="mod">
          <ac:chgData name="Mohammed Fasha" userId="cc64f42d-a1a6-4f08-b97b-0c37f877119f" providerId="ADAL" clId="{B004DB22-B418-47BE-85DF-64F58F0EEE29}" dt="2025-07-17T04:59:06.529" v="53" actId="255"/>
          <ac:spMkLst>
            <pc:docMk/>
            <pc:sldMk cId="1155590901" sldId="462"/>
            <ac:spMk id="2" creationId="{7B8C209B-03C4-481D-6E40-1E0710F89042}"/>
          </ac:spMkLst>
        </pc:spChg>
        <pc:spChg chg="mod">
          <ac:chgData name="Mohammed Fasha" userId="cc64f42d-a1a6-4f08-b97b-0c37f877119f" providerId="ADAL" clId="{B004DB22-B418-47BE-85DF-64F58F0EEE29}" dt="2025-07-17T04:58:14.776" v="42"/>
          <ac:spMkLst>
            <pc:docMk/>
            <pc:sldMk cId="1155590901" sldId="462"/>
            <ac:spMk id="3" creationId="{5F9B1751-F95F-F462-5682-B4BA76A76B93}"/>
          </ac:spMkLst>
        </pc:spChg>
        <pc:picChg chg="add mod">
          <ac:chgData name="Mohammed Fasha" userId="cc64f42d-a1a6-4f08-b97b-0c37f877119f" providerId="ADAL" clId="{B004DB22-B418-47BE-85DF-64F58F0EEE29}" dt="2025-07-17T04:58:58.640" v="50" actId="14100"/>
          <ac:picMkLst>
            <pc:docMk/>
            <pc:sldMk cId="1155590901" sldId="462"/>
            <ac:picMk id="5" creationId="{D53C5E45-268A-8EF4-47FD-6E361C002057}"/>
          </ac:picMkLst>
        </pc:picChg>
        <pc:picChg chg="add mod">
          <ac:chgData name="Mohammed Fasha" userId="cc64f42d-a1a6-4f08-b97b-0c37f877119f" providerId="ADAL" clId="{B004DB22-B418-47BE-85DF-64F58F0EEE29}" dt="2025-07-17T04:59:24.681" v="55" actId="1076"/>
          <ac:picMkLst>
            <pc:docMk/>
            <pc:sldMk cId="1155590901" sldId="462"/>
            <ac:picMk id="7" creationId="{14508815-7FE1-A760-CFE7-24335ABE0822}"/>
          </ac:picMkLst>
        </pc:picChg>
      </pc:sldChg>
      <pc:sldChg chg="modSp new mod">
        <pc:chgData name="Mohammed Fasha" userId="cc64f42d-a1a6-4f08-b97b-0c37f877119f" providerId="ADAL" clId="{B004DB22-B418-47BE-85DF-64F58F0EEE29}" dt="2025-07-17T05:09:21.336" v="192"/>
        <pc:sldMkLst>
          <pc:docMk/>
          <pc:sldMk cId="4208366774" sldId="463"/>
        </pc:sldMkLst>
        <pc:spChg chg="mod">
          <ac:chgData name="Mohammed Fasha" userId="cc64f42d-a1a6-4f08-b97b-0c37f877119f" providerId="ADAL" clId="{B004DB22-B418-47BE-85DF-64F58F0EEE29}" dt="2025-07-17T05:09:16.337" v="191" actId="5793"/>
          <ac:spMkLst>
            <pc:docMk/>
            <pc:sldMk cId="4208366774" sldId="463"/>
            <ac:spMk id="2" creationId="{00358217-6E2F-0E02-4535-B870F3092458}"/>
          </ac:spMkLst>
        </pc:spChg>
        <pc:spChg chg="mod">
          <ac:chgData name="Mohammed Fasha" userId="cc64f42d-a1a6-4f08-b97b-0c37f877119f" providerId="ADAL" clId="{B004DB22-B418-47BE-85DF-64F58F0EEE29}" dt="2025-07-17T05:09:21.336" v="192"/>
          <ac:spMkLst>
            <pc:docMk/>
            <pc:sldMk cId="4208366774" sldId="463"/>
            <ac:spMk id="3" creationId="{5EFA6DAF-4D79-F48E-2265-E6BF40115DC6}"/>
          </ac:spMkLst>
        </pc:spChg>
      </pc:sldChg>
      <pc:sldChg chg="addSp delSp modSp new mod">
        <pc:chgData name="Mohammed Fasha" userId="cc64f42d-a1a6-4f08-b97b-0c37f877119f" providerId="ADAL" clId="{B004DB22-B418-47BE-85DF-64F58F0EEE29}" dt="2025-07-17T05:27:59.685" v="274" actId="1076"/>
        <pc:sldMkLst>
          <pc:docMk/>
          <pc:sldMk cId="3023150924" sldId="464"/>
        </pc:sldMkLst>
        <pc:spChg chg="mod">
          <ac:chgData name="Mohammed Fasha" userId="cc64f42d-a1a6-4f08-b97b-0c37f877119f" providerId="ADAL" clId="{B004DB22-B418-47BE-85DF-64F58F0EEE29}" dt="2025-07-17T05:22:52.872" v="249" actId="6549"/>
          <ac:spMkLst>
            <pc:docMk/>
            <pc:sldMk cId="3023150924" sldId="464"/>
            <ac:spMk id="2" creationId="{72CCFD12-F425-AC53-BAE4-0789C679F3A2}"/>
          </ac:spMkLst>
        </pc:spChg>
        <pc:spChg chg="add mod">
          <ac:chgData name="Mohammed Fasha" userId="cc64f42d-a1a6-4f08-b97b-0c37f877119f" providerId="ADAL" clId="{B004DB22-B418-47BE-85DF-64F58F0EEE29}" dt="2025-07-17T05:10:30.819" v="210" actId="5793"/>
          <ac:spMkLst>
            <pc:docMk/>
            <pc:sldMk cId="3023150924" sldId="464"/>
            <ac:spMk id="6" creationId="{662085E8-4729-ABEA-CF3B-6D6A07B7AFBC}"/>
          </ac:spMkLst>
        </pc:spChg>
        <pc:spChg chg="add mod">
          <ac:chgData name="Mohammed Fasha" userId="cc64f42d-a1a6-4f08-b97b-0c37f877119f" providerId="ADAL" clId="{B004DB22-B418-47BE-85DF-64F58F0EEE29}" dt="2025-07-17T05:27:59.685" v="274" actId="1076"/>
          <ac:spMkLst>
            <pc:docMk/>
            <pc:sldMk cId="3023150924" sldId="464"/>
            <ac:spMk id="14" creationId="{C1A4FAFC-84E3-834F-0083-768B251E93B2}"/>
          </ac:spMkLst>
        </pc:spChg>
      </pc:sldChg>
      <pc:sldChg chg="addSp delSp modSp new mod">
        <pc:chgData name="Mohammed Fasha" userId="cc64f42d-a1a6-4f08-b97b-0c37f877119f" providerId="ADAL" clId="{B004DB22-B418-47BE-85DF-64F58F0EEE29}" dt="2025-07-17T05:30:06.495" v="297" actId="948"/>
        <pc:sldMkLst>
          <pc:docMk/>
          <pc:sldMk cId="3447719930" sldId="465"/>
        </pc:sldMkLst>
        <pc:spChg chg="mod">
          <ac:chgData name="Mohammed Fasha" userId="cc64f42d-a1a6-4f08-b97b-0c37f877119f" providerId="ADAL" clId="{B004DB22-B418-47BE-85DF-64F58F0EEE29}" dt="2025-07-17T05:21:19.592" v="235" actId="6549"/>
          <ac:spMkLst>
            <pc:docMk/>
            <pc:sldMk cId="3447719930" sldId="465"/>
            <ac:spMk id="3" creationId="{DD764ACB-3978-CB92-6AE9-2A5C2C9D1864}"/>
          </ac:spMkLst>
        </pc:spChg>
        <pc:spChg chg="add mod">
          <ac:chgData name="Mohammed Fasha" userId="cc64f42d-a1a6-4f08-b97b-0c37f877119f" providerId="ADAL" clId="{B004DB22-B418-47BE-85DF-64F58F0EEE29}" dt="2025-07-17T05:30:06.495" v="297" actId="948"/>
          <ac:spMkLst>
            <pc:docMk/>
            <pc:sldMk cId="3447719930" sldId="465"/>
            <ac:spMk id="5" creationId="{1964B083-4476-5095-5711-CEF1D791A9AB}"/>
          </ac:spMkLst>
        </pc:spChg>
      </pc:sldChg>
      <pc:sldChg chg="new">
        <pc:chgData name="Mohammed Fasha" userId="cc64f42d-a1a6-4f08-b97b-0c37f877119f" providerId="ADAL" clId="{B004DB22-B418-47BE-85DF-64F58F0EEE29}" dt="2025-07-17T05:28:46.753" v="278" actId="680"/>
        <pc:sldMkLst>
          <pc:docMk/>
          <pc:sldMk cId="732047524" sldId="466"/>
        </pc:sldMkLst>
      </pc:sldChg>
      <pc:sldChg chg="addSp delSp modSp new del mod">
        <pc:chgData name="Mohammed Fasha" userId="cc64f42d-a1a6-4f08-b97b-0c37f877119f" providerId="ADAL" clId="{B004DB22-B418-47BE-85DF-64F58F0EEE29}" dt="2025-07-17T05:27:27.840" v="272" actId="47"/>
        <pc:sldMkLst>
          <pc:docMk/>
          <pc:sldMk cId="1618074923" sldId="466"/>
        </pc:sldMkLst>
      </pc:sldChg>
      <pc:sldChg chg="add">
        <pc:chgData name="Mohammed Fasha" userId="cc64f42d-a1a6-4f08-b97b-0c37f877119f" providerId="ADAL" clId="{B004DB22-B418-47BE-85DF-64F58F0EEE29}" dt="2025-07-17T05:28:48.235" v="279"/>
        <pc:sldMkLst>
          <pc:docMk/>
          <pc:sldMk cId="1671393962" sldId="467"/>
        </pc:sldMkLst>
      </pc:sldChg>
      <pc:sldChg chg="add">
        <pc:chgData name="Mohammed Fasha" userId="cc64f42d-a1a6-4f08-b97b-0c37f877119f" providerId="ADAL" clId="{B004DB22-B418-47BE-85DF-64F58F0EEE29}" dt="2025-07-17T05:28:48.445" v="280"/>
        <pc:sldMkLst>
          <pc:docMk/>
          <pc:sldMk cId="934545252" sldId="468"/>
        </pc:sldMkLst>
      </pc:sldChg>
      <pc:sldChg chg="add">
        <pc:chgData name="Mohammed Fasha" userId="cc64f42d-a1a6-4f08-b97b-0c37f877119f" providerId="ADAL" clId="{B004DB22-B418-47BE-85DF-64F58F0EEE29}" dt="2025-07-17T05:28:48.636" v="281"/>
        <pc:sldMkLst>
          <pc:docMk/>
          <pc:sldMk cId="2026905861" sldId="469"/>
        </pc:sldMkLst>
      </pc:sldChg>
    </pc:docChg>
  </pc:docChgLst>
  <pc:docChgLst>
    <pc:chgData name="Mohammed Fasha" userId="cc64f42d-a1a6-4f08-b97b-0c37f877119f" providerId="ADAL" clId="{D331B2BD-EE59-4AEA-B1BA-D31F2104078E}"/>
    <pc:docChg chg="undo custSel delSld modSld">
      <pc:chgData name="Mohammed Fasha" userId="cc64f42d-a1a6-4f08-b97b-0c37f877119f" providerId="ADAL" clId="{D331B2BD-EE59-4AEA-B1BA-D31F2104078E}" dt="2025-07-26T19:56:58.473" v="16" actId="2696"/>
      <pc:docMkLst>
        <pc:docMk/>
      </pc:docMkLst>
      <pc:sldChg chg="modSp mod">
        <pc:chgData name="Mohammed Fasha" userId="cc64f42d-a1a6-4f08-b97b-0c37f877119f" providerId="ADAL" clId="{D331B2BD-EE59-4AEA-B1BA-D31F2104078E}" dt="2025-07-26T19:56:50.260" v="15" actId="404"/>
        <pc:sldMkLst>
          <pc:docMk/>
          <pc:sldMk cId="2379583142" sldId="461"/>
        </pc:sldMkLst>
        <pc:spChg chg="mod">
          <ac:chgData name="Mohammed Fasha" userId="cc64f42d-a1a6-4f08-b97b-0c37f877119f" providerId="ADAL" clId="{D331B2BD-EE59-4AEA-B1BA-D31F2104078E}" dt="2025-07-26T19:56:50.260" v="15" actId="404"/>
          <ac:spMkLst>
            <pc:docMk/>
            <pc:sldMk cId="2379583142" sldId="461"/>
            <ac:spMk id="2" creationId="{E9432BF3-EBC3-84DA-6256-9DFBD39C3EF8}"/>
          </ac:spMkLst>
        </pc:spChg>
      </pc:sldChg>
      <pc:sldChg chg="modSp mod">
        <pc:chgData name="Mohammed Fasha" userId="cc64f42d-a1a6-4f08-b97b-0c37f877119f" providerId="ADAL" clId="{D331B2BD-EE59-4AEA-B1BA-D31F2104078E}" dt="2025-07-26T19:56:40.144" v="13" actId="1076"/>
        <pc:sldMkLst>
          <pc:docMk/>
          <pc:sldMk cId="3023150924" sldId="464"/>
        </pc:sldMkLst>
        <pc:spChg chg="mod">
          <ac:chgData name="Mohammed Fasha" userId="cc64f42d-a1a6-4f08-b97b-0c37f877119f" providerId="ADAL" clId="{D331B2BD-EE59-4AEA-B1BA-D31F2104078E}" dt="2025-07-26T19:56:16.530" v="3" actId="404"/>
          <ac:spMkLst>
            <pc:docMk/>
            <pc:sldMk cId="3023150924" sldId="464"/>
            <ac:spMk id="2" creationId="{72CCFD12-F425-AC53-BAE4-0789C679F3A2}"/>
          </ac:spMkLst>
        </pc:spChg>
        <pc:spChg chg="mod">
          <ac:chgData name="Mohammed Fasha" userId="cc64f42d-a1a6-4f08-b97b-0c37f877119f" providerId="ADAL" clId="{D331B2BD-EE59-4AEA-B1BA-D31F2104078E}" dt="2025-07-26T19:56:32.132" v="11" actId="20577"/>
          <ac:spMkLst>
            <pc:docMk/>
            <pc:sldMk cId="3023150924" sldId="464"/>
            <ac:spMk id="3" creationId="{26890392-F0BA-0E3C-CD57-49CE7E553F8A}"/>
          </ac:spMkLst>
        </pc:spChg>
        <pc:spChg chg="mod">
          <ac:chgData name="Mohammed Fasha" userId="cc64f42d-a1a6-4f08-b97b-0c37f877119f" providerId="ADAL" clId="{D331B2BD-EE59-4AEA-B1BA-D31F2104078E}" dt="2025-07-26T19:56:40.144" v="13" actId="1076"/>
          <ac:spMkLst>
            <pc:docMk/>
            <pc:sldMk cId="3023150924" sldId="464"/>
            <ac:spMk id="6" creationId="{662085E8-4729-ABEA-CF3B-6D6A07B7AFBC}"/>
          </ac:spMkLst>
        </pc:spChg>
        <pc:spChg chg="mod">
          <ac:chgData name="Mohammed Fasha" userId="cc64f42d-a1a6-4f08-b97b-0c37f877119f" providerId="ADAL" clId="{D331B2BD-EE59-4AEA-B1BA-D31F2104078E}" dt="2025-07-26T19:56:36.461" v="12" actId="1076"/>
          <ac:spMkLst>
            <pc:docMk/>
            <pc:sldMk cId="3023150924" sldId="464"/>
            <ac:spMk id="14" creationId="{C1A4FAFC-84E3-834F-0083-768B251E93B2}"/>
          </ac:spMkLst>
        </pc:spChg>
      </pc:sldChg>
      <pc:sldChg chg="modSp mod">
        <pc:chgData name="Mohammed Fasha" userId="cc64f42d-a1a6-4f08-b97b-0c37f877119f" providerId="ADAL" clId="{D331B2BD-EE59-4AEA-B1BA-D31F2104078E}" dt="2025-07-26T19:56:08.364" v="1" actId="404"/>
        <pc:sldMkLst>
          <pc:docMk/>
          <pc:sldMk cId="3447719930" sldId="465"/>
        </pc:sldMkLst>
        <pc:spChg chg="mod">
          <ac:chgData name="Mohammed Fasha" userId="cc64f42d-a1a6-4f08-b97b-0c37f877119f" providerId="ADAL" clId="{D331B2BD-EE59-4AEA-B1BA-D31F2104078E}" dt="2025-07-26T19:56:08.364" v="1" actId="404"/>
          <ac:spMkLst>
            <pc:docMk/>
            <pc:sldMk cId="3447719930" sldId="465"/>
            <ac:spMk id="5" creationId="{1964B083-4476-5095-5711-CEF1D791A9AB}"/>
          </ac:spMkLst>
        </pc:spChg>
      </pc:sldChg>
      <pc:sldChg chg="del">
        <pc:chgData name="Mohammed Fasha" userId="cc64f42d-a1a6-4f08-b97b-0c37f877119f" providerId="ADAL" clId="{D331B2BD-EE59-4AEA-B1BA-D31F2104078E}" dt="2025-07-26T19:56:58.473" v="16" actId="2696"/>
        <pc:sldMkLst>
          <pc:docMk/>
          <pc:sldMk cId="732047524" sldId="466"/>
        </pc:sldMkLst>
      </pc:sldChg>
      <pc:sldChg chg="del">
        <pc:chgData name="Mohammed Fasha" userId="cc64f42d-a1a6-4f08-b97b-0c37f877119f" providerId="ADAL" clId="{D331B2BD-EE59-4AEA-B1BA-D31F2104078E}" dt="2025-07-26T19:56:58.473" v="16" actId="2696"/>
        <pc:sldMkLst>
          <pc:docMk/>
          <pc:sldMk cId="1671393962" sldId="467"/>
        </pc:sldMkLst>
      </pc:sldChg>
      <pc:sldChg chg="del">
        <pc:chgData name="Mohammed Fasha" userId="cc64f42d-a1a6-4f08-b97b-0c37f877119f" providerId="ADAL" clId="{D331B2BD-EE59-4AEA-B1BA-D31F2104078E}" dt="2025-07-26T19:56:58.473" v="16" actId="2696"/>
        <pc:sldMkLst>
          <pc:docMk/>
          <pc:sldMk cId="934545252" sldId="468"/>
        </pc:sldMkLst>
      </pc:sldChg>
      <pc:sldChg chg="del">
        <pc:chgData name="Mohammed Fasha" userId="cc64f42d-a1a6-4f08-b97b-0c37f877119f" providerId="ADAL" clId="{D331B2BD-EE59-4AEA-B1BA-D31F2104078E}" dt="2025-07-26T19:56:58.473" v="16" actId="2696"/>
        <pc:sldMkLst>
          <pc:docMk/>
          <pc:sldMk cId="2026905861" sldId="469"/>
        </pc:sldMkLst>
      </pc:sldChg>
    </pc:docChg>
  </pc:docChgLst>
  <pc:docChgLst>
    <pc:chgData name="Mohammed Fasha" userId="cc64f42d-a1a6-4f08-b97b-0c37f877119f" providerId="ADAL" clId="{F585A28F-34F7-4D28-B641-78252DAB29E0}"/>
    <pc:docChg chg="undo custSel modSld sldOrd">
      <pc:chgData name="Mohammed Fasha" userId="cc64f42d-a1a6-4f08-b97b-0c37f877119f" providerId="ADAL" clId="{F585A28F-34F7-4D28-B641-78252DAB29E0}" dt="2025-07-16T09:17:57.509" v="81" actId="114"/>
      <pc:docMkLst>
        <pc:docMk/>
      </pc:docMkLst>
      <pc:sldChg chg="modSp mod">
        <pc:chgData name="Mohammed Fasha" userId="cc64f42d-a1a6-4f08-b97b-0c37f877119f" providerId="ADAL" clId="{F585A28F-34F7-4D28-B641-78252DAB29E0}" dt="2025-07-16T09:14:06.583" v="24" actId="27636"/>
        <pc:sldMkLst>
          <pc:docMk/>
          <pc:sldMk cId="1162554463" sldId="257"/>
        </pc:sldMkLst>
      </pc:sldChg>
      <pc:sldChg chg="modSp mod">
        <pc:chgData name="Mohammed Fasha" userId="cc64f42d-a1a6-4f08-b97b-0c37f877119f" providerId="ADAL" clId="{F585A28F-34F7-4D28-B641-78252DAB29E0}" dt="2025-07-16T09:14:22.611" v="25" actId="20577"/>
        <pc:sldMkLst>
          <pc:docMk/>
          <pc:sldMk cId="2881282849" sldId="459"/>
        </pc:sldMkLst>
      </pc:sldChg>
      <pc:sldChg chg="modSp mod ord">
        <pc:chgData name="Mohammed Fasha" userId="cc64f42d-a1a6-4f08-b97b-0c37f877119f" providerId="ADAL" clId="{F585A28F-34F7-4D28-B641-78252DAB29E0}" dt="2025-07-16T09:17:57.509" v="81" actId="114"/>
        <pc:sldMkLst>
          <pc:docMk/>
          <pc:sldMk cId="1427723282" sldId="462"/>
        </pc:sldMkLst>
      </pc:sldChg>
      <pc:sldChg chg="modSp mod">
        <pc:chgData name="Mohammed Fasha" userId="cc64f42d-a1a6-4f08-b97b-0c37f877119f" providerId="ADAL" clId="{F585A28F-34F7-4D28-B641-78252DAB29E0}" dt="2025-07-16T09:12:22.563" v="0" actId="404"/>
        <pc:sldMkLst>
          <pc:docMk/>
          <pc:sldMk cId="2145969539" sldId="478"/>
        </pc:sldMkLst>
      </pc:sldChg>
      <pc:sldChg chg="modSp mod">
        <pc:chgData name="Mohammed Fasha" userId="cc64f42d-a1a6-4f08-b97b-0c37f877119f" providerId="ADAL" clId="{F585A28F-34F7-4D28-B641-78252DAB29E0}" dt="2025-07-16T09:14:47.069" v="29" actId="255"/>
        <pc:sldMkLst>
          <pc:docMk/>
          <pc:sldMk cId="1427132372" sldId="479"/>
        </pc:sldMkLst>
      </pc:sldChg>
      <pc:sldChg chg="modSp mod">
        <pc:chgData name="Mohammed Fasha" userId="cc64f42d-a1a6-4f08-b97b-0c37f877119f" providerId="ADAL" clId="{F585A28F-34F7-4D28-B641-78252DAB29E0}" dt="2025-07-16T09:16:07.771" v="68" actId="1076"/>
        <pc:sldMkLst>
          <pc:docMk/>
          <pc:sldMk cId="3075052158" sldId="480"/>
        </pc:sldMkLst>
      </pc:sldChg>
      <pc:sldChg chg="modSp mod">
        <pc:chgData name="Mohammed Fasha" userId="cc64f42d-a1a6-4f08-b97b-0c37f877119f" providerId="ADAL" clId="{F585A28F-34F7-4D28-B641-78252DAB29E0}" dt="2025-07-16T09:16:45.419" v="74" actId="1076"/>
        <pc:sldMkLst>
          <pc:docMk/>
          <pc:sldMk cId="1949621639" sldId="484"/>
        </pc:sldMkLst>
      </pc:sldChg>
    </pc:docChg>
  </pc:docChgLst>
  <pc:docChgLst>
    <pc:chgData name="Mohammed Fasha" userId="cc64f42d-a1a6-4f08-b97b-0c37f877119f" providerId="ADAL" clId="{161A7FAA-B398-4429-9FC2-656B0895AF0F}"/>
    <pc:docChg chg="undo custSel addSld delSld modSld sldOrd">
      <pc:chgData name="Mohammed Fasha" userId="cc64f42d-a1a6-4f08-b97b-0c37f877119f" providerId="ADAL" clId="{161A7FAA-B398-4429-9FC2-656B0895AF0F}" dt="2025-07-16T08:31:04.392" v="376" actId="5793"/>
      <pc:docMkLst>
        <pc:docMk/>
      </pc:docMkLst>
      <pc:sldChg chg="modSp mod ord">
        <pc:chgData name="Mohammed Fasha" userId="cc64f42d-a1a6-4f08-b97b-0c37f877119f" providerId="ADAL" clId="{161A7FAA-B398-4429-9FC2-656B0895AF0F}" dt="2025-07-16T07:59:43.135" v="11" actId="113"/>
        <pc:sldMkLst>
          <pc:docMk/>
          <pc:sldMk cId="1162554463" sldId="257"/>
        </pc:sldMkLst>
      </pc:sldChg>
      <pc:sldChg chg="ord">
        <pc:chgData name="Mohammed Fasha" userId="cc64f42d-a1a6-4f08-b97b-0c37f877119f" providerId="ADAL" clId="{161A7FAA-B398-4429-9FC2-656B0895AF0F}" dt="2025-07-16T08:09:08.733" v="119"/>
        <pc:sldMkLst>
          <pc:docMk/>
          <pc:sldMk cId="3910887702" sldId="456"/>
        </pc:sldMkLst>
      </pc:sldChg>
      <pc:sldChg chg="addSp modSp mod">
        <pc:chgData name="Mohammed Fasha" userId="cc64f42d-a1a6-4f08-b97b-0c37f877119f" providerId="ADAL" clId="{161A7FAA-B398-4429-9FC2-656B0895AF0F}" dt="2025-07-16T08:10:21.461" v="130" actId="113"/>
        <pc:sldMkLst>
          <pc:docMk/>
          <pc:sldMk cId="3639736080" sldId="457"/>
        </pc:sldMkLst>
      </pc:sldChg>
      <pc:sldChg chg="addSp modSp mod">
        <pc:chgData name="Mohammed Fasha" userId="cc64f42d-a1a6-4f08-b97b-0c37f877119f" providerId="ADAL" clId="{161A7FAA-B398-4429-9FC2-656B0895AF0F}" dt="2025-07-16T08:11:43.027" v="145" actId="14100"/>
        <pc:sldMkLst>
          <pc:docMk/>
          <pc:sldMk cId="2042404279" sldId="458"/>
        </pc:sldMkLst>
      </pc:sldChg>
      <pc:sldChg chg="del">
        <pc:chgData name="Mohammed Fasha" userId="cc64f42d-a1a6-4f08-b97b-0c37f877119f" providerId="ADAL" clId="{161A7FAA-B398-4429-9FC2-656B0895AF0F}" dt="2025-07-16T08:18:53.045" v="232" actId="2696"/>
        <pc:sldMkLst>
          <pc:docMk/>
          <pc:sldMk cId="945325653" sldId="460"/>
        </pc:sldMkLst>
      </pc:sldChg>
      <pc:sldChg chg="delSp add del mod ord">
        <pc:chgData name="Mohammed Fasha" userId="cc64f42d-a1a6-4f08-b97b-0c37f877119f" providerId="ADAL" clId="{161A7FAA-B398-4429-9FC2-656B0895AF0F}" dt="2025-07-16T08:26:36.943" v="352" actId="47"/>
        <pc:sldMkLst>
          <pc:docMk/>
          <pc:sldMk cId="1040197143" sldId="460"/>
        </pc:sldMkLst>
      </pc:sldChg>
      <pc:sldChg chg="modSp mod ord">
        <pc:chgData name="Mohammed Fasha" userId="cc64f42d-a1a6-4f08-b97b-0c37f877119f" providerId="ADAL" clId="{161A7FAA-B398-4429-9FC2-656B0895AF0F}" dt="2025-07-16T08:31:04.392" v="376" actId="5793"/>
        <pc:sldMkLst>
          <pc:docMk/>
          <pc:sldMk cId="2248227231" sldId="461"/>
        </pc:sldMkLst>
      </pc:sldChg>
      <pc:sldChg chg="addSp delSp modSp new mod">
        <pc:chgData name="Mohammed Fasha" userId="cc64f42d-a1a6-4f08-b97b-0c37f877119f" providerId="ADAL" clId="{161A7FAA-B398-4429-9FC2-656B0895AF0F}" dt="2025-07-16T08:08:48.133" v="117" actId="1076"/>
        <pc:sldMkLst>
          <pc:docMk/>
          <pc:sldMk cId="2300765676" sldId="477"/>
        </pc:sldMkLst>
      </pc:sldChg>
      <pc:sldChg chg="modSp new mod">
        <pc:chgData name="Mohammed Fasha" userId="cc64f42d-a1a6-4f08-b97b-0c37f877119f" providerId="ADAL" clId="{161A7FAA-B398-4429-9FC2-656B0895AF0F}" dt="2025-07-16T08:00:24.341" v="74" actId="20577"/>
        <pc:sldMkLst>
          <pc:docMk/>
          <pc:sldMk cId="2145969539" sldId="478"/>
        </pc:sldMkLst>
      </pc:sldChg>
      <pc:sldChg chg="addSp delSp modSp new del mod">
        <pc:chgData name="Mohammed Fasha" userId="cc64f42d-a1a6-4f08-b97b-0c37f877119f" providerId="ADAL" clId="{161A7FAA-B398-4429-9FC2-656B0895AF0F}" dt="2025-07-16T08:08:07.529" v="114" actId="47"/>
        <pc:sldMkLst>
          <pc:docMk/>
          <pc:sldMk cId="575657110" sldId="479"/>
        </pc:sldMkLst>
      </pc:sldChg>
      <pc:sldChg chg="modSp new mod">
        <pc:chgData name="Mohammed Fasha" userId="cc64f42d-a1a6-4f08-b97b-0c37f877119f" providerId="ADAL" clId="{161A7FAA-B398-4429-9FC2-656B0895AF0F}" dt="2025-07-16T08:12:50.396" v="164" actId="5793"/>
        <pc:sldMkLst>
          <pc:docMk/>
          <pc:sldMk cId="1427132372" sldId="479"/>
        </pc:sldMkLst>
      </pc:sldChg>
      <pc:sldChg chg="addSp delSp modSp new mod">
        <pc:chgData name="Mohammed Fasha" userId="cc64f42d-a1a6-4f08-b97b-0c37f877119f" providerId="ADAL" clId="{161A7FAA-B398-4429-9FC2-656B0895AF0F}" dt="2025-07-16T08:15:31.546" v="209" actId="1076"/>
        <pc:sldMkLst>
          <pc:docMk/>
          <pc:sldMk cId="3075052158" sldId="480"/>
        </pc:sldMkLst>
      </pc:sldChg>
      <pc:sldChg chg="addSp modSp new mod">
        <pc:chgData name="Mohammed Fasha" userId="cc64f42d-a1a6-4f08-b97b-0c37f877119f" providerId="ADAL" clId="{161A7FAA-B398-4429-9FC2-656B0895AF0F}" dt="2025-07-16T08:26:24.604" v="351" actId="1076"/>
        <pc:sldMkLst>
          <pc:docMk/>
          <pc:sldMk cId="3717947773" sldId="481"/>
        </pc:sldMkLst>
      </pc:sldChg>
      <pc:sldChg chg="new">
        <pc:chgData name="Mohammed Fasha" userId="cc64f42d-a1a6-4f08-b97b-0c37f877119f" providerId="ADAL" clId="{161A7FAA-B398-4429-9FC2-656B0895AF0F}" dt="2025-07-16T08:15:43.528" v="211" actId="680"/>
        <pc:sldMkLst>
          <pc:docMk/>
          <pc:sldMk cId="3941017664" sldId="482"/>
        </pc:sldMkLst>
      </pc:sldChg>
      <pc:sldChg chg="new">
        <pc:chgData name="Mohammed Fasha" userId="cc64f42d-a1a6-4f08-b97b-0c37f877119f" providerId="ADAL" clId="{161A7FAA-B398-4429-9FC2-656B0895AF0F}" dt="2025-07-16T08:15:43.712" v="212" actId="680"/>
        <pc:sldMkLst>
          <pc:docMk/>
          <pc:sldMk cId="1291192180" sldId="483"/>
        </pc:sldMkLst>
      </pc:sldChg>
      <pc:sldChg chg="addSp modSp new mod">
        <pc:chgData name="Mohammed Fasha" userId="cc64f42d-a1a6-4f08-b97b-0c37f877119f" providerId="ADAL" clId="{161A7FAA-B398-4429-9FC2-656B0895AF0F}" dt="2025-07-16T08:19:15.788" v="238"/>
        <pc:sldMkLst>
          <pc:docMk/>
          <pc:sldMk cId="1949621639" sldId="4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6112-AC8D-4ACE-8E48-52E7B8162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82888-4F79-4F48-BB34-55F137D08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FABB-E1DA-40E5-81F8-A6BC6607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BF0E4-913A-42F4-8D4E-38DAC445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3C5D3-EEF3-4117-A28C-852771FE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1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C61F-38E8-4752-B24C-864B3F324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10515600" cy="51312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84F030-E44F-DCD3-80BE-2A466F72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301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0963-D917-4DC0-B382-F1828BEC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5F4FB-4C95-4117-B577-5C793BF92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745EC-8234-48CD-A1D3-947D99A0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0595C-7879-4EA0-B170-AB3E50C0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CE3F-4714-48C6-9839-2CB8252C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6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9BF5-6C80-4AEF-AE97-7C8AB034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D0501-4A6F-49EE-B7F4-19D1C2530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DA6D0-D48F-4BD9-8412-E6DC4CF2E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5298B-43D4-4402-A849-13297FCD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0E6CD-75B4-4A09-8584-E59C8152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D2BB89-22CD-4F91-AB34-051DCF8E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A0A4-6D9E-43AC-A49E-7E284021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A559B-A83B-4D3A-BA1F-8D7F164AE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B0235-F788-4B01-9B42-AE14A1121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A9818-35E8-411B-B6D9-4ED0BD90C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8F45B-EACB-41DA-B887-2B69FAEB1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CC1F7-D529-43F0-A2C9-D154F400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B60F2-B69B-49D7-A392-58397DD4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ED006-6F96-45AC-B178-B30B20B9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8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BDC0-0119-4C7F-95CF-C21656B6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DA1D6-5684-4060-A498-D43248064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C7E28-AD5E-44A2-B601-F9755520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507C4-0999-4656-9DE1-72E9B29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2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1F0D9-0894-4215-9177-553A6C0F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34E79-ACFA-4279-814D-79DA0377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309F4-DEA2-4DCC-B6C9-2372D692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3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6105-9FBD-4D60-AA56-50757081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D010-363F-4758-8D57-CC229D66E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52827-8A45-420D-AAA8-80BA5AA46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8E3C0-E767-4C46-9668-356828C3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02315-2564-40D8-9A59-731BFADB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7EBED-9B03-455F-B937-D756ACCC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8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8DA8-FF75-4CEE-A416-CA28CFB7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F92EE-40B1-41C7-B943-B7DF53098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EA1D9-BED1-411F-9752-1FD5B94B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83C3-F26B-425F-85C4-838B929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E4A8B-21D0-42E1-8302-2B3A6E75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B7A4B-92A0-4630-B231-AC9D7A51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D4FD-850A-4A99-B34E-A4A684DF0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6DB74-1946-4DE0-A8F1-BC41BD29A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5AEC1-6746-4C15-9EB1-8807C459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27A8E-1331-40FB-BB9B-0EE1072BC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DDA3D-9B52-4069-8571-FA251F65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1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08133-5371-422E-ABC7-05DC43B9C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C3F19-5EC5-4B83-A2BE-8BD38A1F9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6ADFA-6B7B-44A9-AD85-FBDCEBDA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7CF3-74D3-4345-BDFB-1F08FDF8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9D5B5-DCDB-44B0-92BF-5B3EC7AE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C23B1-5BD2-492E-BB5D-80286E8D5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1A1D-0EAD-4809-83D7-A9DDBB7FA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3C167-E29F-4C41-8712-02F1FA09B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FB9BE-DA6C-46CF-8E77-0CE63E601AD4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06FB7-1D8E-4524-A119-CFCFF27E5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7F23-FED6-4439-A2D3-4D37B5590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29D2F-467D-4CAA-9ADB-059194B9CB4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320F6-19BF-1133-2EDD-A210E0F3792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2F9A66-1583-03D0-01B5-EAB11A75ABB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C727CE-6255-82CB-CFCB-7738B389789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165156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0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459" y="1724368"/>
            <a:ext cx="914400" cy="120491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07CF054-390C-DCFC-C9A6-9E95C859A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165" y="2992712"/>
            <a:ext cx="9144000" cy="1107141"/>
          </a:xfrm>
        </p:spPr>
        <p:txBody>
          <a:bodyPr>
            <a:noAutofit/>
          </a:bodyPr>
          <a:lstStyle/>
          <a:p>
            <a:r>
              <a:rPr lang="en-US" sz="3600" dirty="0"/>
              <a:t>307304</a:t>
            </a:r>
            <a:br>
              <a:rPr lang="en-US" sz="3600" dirty="0"/>
            </a:br>
            <a:r>
              <a:rPr lang="en-US" sz="3600" dirty="0"/>
              <a:t>Business Intelligence and Data Mining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9965F-D781-62F6-30A4-33D89AC89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165" y="422671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Logistic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47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assification of machine learning algorithms Classification of machine  learning algorithms">
            <a:extLst>
              <a:ext uri="{FF2B5EF4-FFF2-40B4-BE49-F238E27FC236}">
                <a16:creationId xmlns:a16="http://schemas.microsoft.com/office/drawing/2014/main" id="{C0C178FF-668E-3159-DDA2-ED1B4CB3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137" y="3671706"/>
            <a:ext cx="5991725" cy="3105605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F3E90-0FEA-4491-CD3B-54061E231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10515600" cy="243188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Classification</a:t>
            </a:r>
            <a:r>
              <a:rPr lang="en-US" dirty="0">
                <a:ea typeface="+mn-lt"/>
                <a:cs typeface="+mn-lt"/>
              </a:rPr>
              <a:t> is a type of supervised learning where the goal is to predict a </a:t>
            </a:r>
            <a:r>
              <a:rPr lang="en-US" b="1" dirty="0">
                <a:ea typeface="+mn-lt"/>
                <a:cs typeface="+mn-lt"/>
              </a:rPr>
              <a:t>categorical label</a:t>
            </a:r>
            <a:r>
              <a:rPr lang="en-US" dirty="0">
                <a:ea typeface="+mn-lt"/>
                <a:cs typeface="+mn-lt"/>
              </a:rPr>
              <a:t> (like "yes" or "no") instead of a continuous value.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Examples: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Predicting if an email is spam or not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Determining if a customer will make a purchase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Medical diagnosis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173229-46D2-444C-C512-9405F10F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>
                <a:latin typeface="Calibri"/>
                <a:ea typeface="Calibri"/>
                <a:cs typeface="Calibri"/>
              </a:rPr>
              <a:t>What is Classification?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45144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C79A-9BB6-336D-76DA-014C56CB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F7850E-FBEB-E396-6E03-F8260EB4E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390600"/>
              </p:ext>
            </p:extLst>
          </p:nvPr>
        </p:nvGraphicFramePr>
        <p:xfrm>
          <a:off x="838200" y="2690178"/>
          <a:ext cx="10515600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05897">
                  <a:extLst>
                    <a:ext uri="{9D8B030D-6E8A-4147-A177-3AD203B41FA5}">
                      <a16:colId xmlns:a16="http://schemas.microsoft.com/office/drawing/2014/main" val="2333957241"/>
                    </a:ext>
                  </a:extLst>
                </a:gridCol>
                <a:gridCol w="7609703">
                  <a:extLst>
                    <a:ext uri="{9D8B030D-6E8A-4147-A177-3AD203B41FA5}">
                      <a16:colId xmlns:a16="http://schemas.microsoft.com/office/drawing/2014/main" val="1757612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914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Churn Prediction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tenure, monthly charges, contract type, support calls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640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Spam Detection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 subject length, sender reputation, word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13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Loan Approval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Income, credit score, loan amount, employment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00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Fraud Detection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Transaction amount, location, card usage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929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Disease Diagnosis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Age, symptoms, test results, exposure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29241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DEBC2BB-92C5-BA11-0A89-8AFF4337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 Examples</a:t>
            </a:r>
          </a:p>
        </p:txBody>
      </p:sp>
    </p:spTree>
    <p:extLst>
      <p:ext uri="{BB962C8B-B14F-4D97-AF65-F5344CB8AC3E}">
        <p14:creationId xmlns:p14="http://schemas.microsoft.com/office/powerpoint/2010/main" val="341575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4BFAE-F73C-29CC-58A3-146C973E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B23588-AEC9-EEE4-5270-5D526CF80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9504405" cy="25307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Linear Regression Problems:</a:t>
            </a:r>
            <a:endParaRPr lang="en-US" dirty="0"/>
          </a:p>
          <a:p>
            <a:r>
              <a:rPr lang="en-US" dirty="0"/>
              <a:t>Great for predicting continuous numbers (like prices)</a:t>
            </a:r>
          </a:p>
          <a:p>
            <a:r>
              <a:rPr lang="en-US" b="1" dirty="0"/>
              <a:t>Struggles with binary outcomes</a:t>
            </a:r>
            <a:r>
              <a:rPr lang="en-US" dirty="0"/>
              <a:t> (yes/no, spam/not spam)</a:t>
            </a:r>
          </a:p>
          <a:p>
            <a:r>
              <a:rPr lang="en-US" dirty="0"/>
              <a:t>Can predict values outside 0-1 range</a:t>
            </a:r>
          </a:p>
          <a:p>
            <a:r>
              <a:rPr lang="en-US" dirty="0"/>
              <a:t>Doesn't handle categorical data well</a:t>
            </a:r>
          </a:p>
          <a:p>
            <a:r>
              <a:rPr lang="en-US" b="1" dirty="0"/>
              <a:t>Solution:</a:t>
            </a:r>
            <a:r>
              <a:rPr lang="en-US" dirty="0"/>
              <a:t> Logistic Regression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C9734-F991-7DBA-2CE7-808DE91A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Not Linear Regression?</a:t>
            </a:r>
          </a:p>
        </p:txBody>
      </p:sp>
      <p:pic>
        <p:nvPicPr>
          <p:cNvPr id="2050" name="Picture 2" descr="How to code a logistic regression in R from scratch - Ander Fernández">
            <a:extLst>
              <a:ext uri="{FF2B5EF4-FFF2-40B4-BE49-F238E27FC236}">
                <a16:creationId xmlns:a16="http://schemas.microsoft.com/office/drawing/2014/main" id="{84E2568D-DE94-BE84-333A-85CE84C38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577" y="4164227"/>
            <a:ext cx="6285470" cy="269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87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4F9D2-0547-7A7E-780D-3101D71F9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8C209B-03C4-481D-6E40-1E0710F89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5871519" cy="5131294"/>
          </a:xfrm>
        </p:spPr>
        <p:txBody>
          <a:bodyPr>
            <a:normAutofit/>
          </a:bodyPr>
          <a:lstStyle/>
          <a:p>
            <a:r>
              <a:rPr lang="en-US" sz="2400" b="1" dirty="0"/>
              <a:t>Logistic regression</a:t>
            </a:r>
            <a:r>
              <a:rPr lang="en-US" sz="2400" dirty="0"/>
              <a:t> predicts the </a:t>
            </a:r>
            <a:r>
              <a:rPr lang="en-US" sz="2400" b="1" dirty="0"/>
              <a:t>probability</a:t>
            </a:r>
            <a:r>
              <a:rPr lang="en-US" sz="2400" dirty="0"/>
              <a:t> that an instance belongs to a certain class.</a:t>
            </a:r>
          </a:p>
          <a:p>
            <a:r>
              <a:rPr lang="en-US" sz="2400" b="1" dirty="0"/>
              <a:t>Key Component: Sigmoid Function</a:t>
            </a:r>
          </a:p>
          <a:p>
            <a:endParaRPr lang="en-US" sz="2400" b="1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How it works:</a:t>
            </a:r>
            <a:endParaRPr lang="en-US" sz="2400" dirty="0"/>
          </a:p>
          <a:p>
            <a:r>
              <a:rPr lang="en-US" sz="2400" dirty="0"/>
              <a:t>Takes any input value</a:t>
            </a:r>
          </a:p>
          <a:p>
            <a:r>
              <a:rPr lang="en-US" sz="2400" dirty="0"/>
              <a:t>Squeezes it between 0 and 1</a:t>
            </a:r>
          </a:p>
          <a:p>
            <a:r>
              <a:rPr lang="en-US" sz="2400" dirty="0"/>
              <a:t>Perfect for probability predictions!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B1751-F95F-F462-5682-B4BA76A7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Logistic Regression?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C5E45-268A-8EF4-47FD-6E361C002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14" y="1633491"/>
            <a:ext cx="4471086" cy="2975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08815-7FE1-A760-CFE7-24335ABE0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14" y="2886274"/>
            <a:ext cx="2000529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9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D39695-5261-B30F-D655-196D3F7C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6361621" cy="3231807"/>
          </a:xfrm>
        </p:spPr>
        <p:txBody>
          <a:bodyPr>
            <a:normAutofit/>
          </a:bodyPr>
          <a:lstStyle/>
          <a:p>
            <a:r>
              <a:rPr lang="en-US" sz="2200" b="1" dirty="0"/>
              <a:t>Classification Rules:</a:t>
            </a:r>
            <a:endParaRPr lang="en-US" sz="2200" dirty="0"/>
          </a:p>
          <a:p>
            <a:r>
              <a:rPr lang="en-US" sz="2200" dirty="0"/>
              <a:t>If probability &gt; 0.5 → Predict "Yes" (Class 1)</a:t>
            </a:r>
          </a:p>
          <a:p>
            <a:r>
              <a:rPr lang="en-US" sz="2200" dirty="0"/>
              <a:t>If probability ≤ 0.5 → Predict "No" (Class 0)</a:t>
            </a:r>
          </a:p>
          <a:p>
            <a:r>
              <a:rPr lang="en-US" sz="2200" b="1" dirty="0"/>
              <a:t>Visual Comparison:</a:t>
            </a:r>
            <a:endParaRPr lang="en-US" sz="2200" dirty="0"/>
          </a:p>
          <a:p>
            <a:r>
              <a:rPr lang="en-US" sz="2200" dirty="0"/>
              <a:t>Linear Regression: Straight line, can go beyond 0-1</a:t>
            </a:r>
          </a:p>
          <a:p>
            <a:r>
              <a:rPr lang="en-US" sz="2200" dirty="0"/>
              <a:t>Logistic Regression: S-curve, bounded between 0-1</a:t>
            </a:r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7C5174-A155-4EFD-9921-8A91B69C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Decision Making</a:t>
            </a:r>
          </a:p>
        </p:txBody>
      </p:sp>
      <p:pic>
        <p:nvPicPr>
          <p:cNvPr id="3074" name="Picture 2" descr="What is Logistic Regression? | Encord">
            <a:extLst>
              <a:ext uri="{FF2B5EF4-FFF2-40B4-BE49-F238E27FC236}">
                <a16:creationId xmlns:a16="http://schemas.microsoft.com/office/drawing/2014/main" id="{12A32126-F123-C402-D405-5FB104D9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546" y="1633491"/>
            <a:ext cx="476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74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8B78-10BC-D0ED-715B-77293754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F6C82C-AF6E-5D05-EBAC-EAEBCECEB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10515600" cy="2876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Diabetes Prediction Dataset</a:t>
            </a:r>
            <a:endParaRPr lang="en-US" sz="2000" dirty="0"/>
          </a:p>
          <a:p>
            <a:r>
              <a:rPr lang="en-US" sz="2000" b="1" dirty="0"/>
              <a:t>Source:</a:t>
            </a:r>
            <a:r>
              <a:rPr lang="en-US" sz="2000" dirty="0"/>
              <a:t> National Institute of Diabetes and Digestive and Kidney Diseases</a:t>
            </a:r>
          </a:p>
          <a:p>
            <a:r>
              <a:rPr lang="en-US" sz="2000" b="1" dirty="0"/>
              <a:t>Population:</a:t>
            </a:r>
            <a:r>
              <a:rPr lang="en-US" sz="2000" dirty="0"/>
              <a:t> Pima Indian females, 21+ years old</a:t>
            </a:r>
          </a:p>
          <a:p>
            <a:r>
              <a:rPr lang="en-US" sz="2000" b="1" dirty="0"/>
              <a:t>Goal:</a:t>
            </a:r>
            <a:r>
              <a:rPr lang="en-US" sz="2000" dirty="0"/>
              <a:t> Predict diabetes based on diagnostic measurements</a:t>
            </a:r>
          </a:p>
          <a:p>
            <a:r>
              <a:rPr lang="en-US" sz="2000" b="1" dirty="0"/>
              <a:t>Features:</a:t>
            </a:r>
            <a:endParaRPr lang="en-US" sz="2000" dirty="0"/>
          </a:p>
          <a:p>
            <a:r>
              <a:rPr lang="en-US" sz="2000" dirty="0"/>
              <a:t>Pregnancies, Glucose, Blood Pressure, Skin Thickness</a:t>
            </a:r>
          </a:p>
          <a:p>
            <a:r>
              <a:rPr lang="en-US" sz="2000" dirty="0"/>
              <a:t>Insulin, BMI, Diabetes Pedigree Function, Age</a:t>
            </a:r>
          </a:p>
          <a:p>
            <a:r>
              <a:rPr lang="en-US" sz="2000" b="1" dirty="0"/>
              <a:t>Target:</a:t>
            </a:r>
            <a:r>
              <a:rPr lang="en-US" sz="2000" dirty="0"/>
              <a:t> Outcome (0 = No Diabetes, 1 = Diabetes)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ADF709-D39F-C906-30C9-5E90EBEF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Example - Diabetes Prediction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56C516-B57E-4B46-4E1E-11FFD9D71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1365"/>
              </p:ext>
            </p:extLst>
          </p:nvPr>
        </p:nvGraphicFramePr>
        <p:xfrm>
          <a:off x="838200" y="4741819"/>
          <a:ext cx="10515600" cy="1432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1043">
                  <a:extLst>
                    <a:ext uri="{9D8B030D-6E8A-4147-A177-3AD203B41FA5}">
                      <a16:colId xmlns:a16="http://schemas.microsoft.com/office/drawing/2014/main" val="2888479745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2322285722"/>
                    </a:ext>
                  </a:extLst>
                </a:gridCol>
                <a:gridCol w="840260">
                  <a:extLst>
                    <a:ext uri="{9D8B030D-6E8A-4147-A177-3AD203B41FA5}">
                      <a16:colId xmlns:a16="http://schemas.microsoft.com/office/drawing/2014/main" val="2040989414"/>
                    </a:ext>
                  </a:extLst>
                </a:gridCol>
                <a:gridCol w="1396313">
                  <a:extLst>
                    <a:ext uri="{9D8B030D-6E8A-4147-A177-3AD203B41FA5}">
                      <a16:colId xmlns:a16="http://schemas.microsoft.com/office/drawing/2014/main" val="2543526101"/>
                    </a:ext>
                  </a:extLst>
                </a:gridCol>
                <a:gridCol w="1388076">
                  <a:extLst>
                    <a:ext uri="{9D8B030D-6E8A-4147-A177-3AD203B41FA5}">
                      <a16:colId xmlns:a16="http://schemas.microsoft.com/office/drawing/2014/main" val="321897705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7511133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518763470"/>
                    </a:ext>
                  </a:extLst>
                </a:gridCol>
                <a:gridCol w="1216729">
                  <a:extLst>
                    <a:ext uri="{9D8B030D-6E8A-4147-A177-3AD203B41FA5}">
                      <a16:colId xmlns:a16="http://schemas.microsoft.com/office/drawing/2014/main" val="1829194545"/>
                    </a:ext>
                  </a:extLst>
                </a:gridCol>
                <a:gridCol w="886391">
                  <a:extLst>
                    <a:ext uri="{9D8B030D-6E8A-4147-A177-3AD203B41FA5}">
                      <a16:colId xmlns:a16="http://schemas.microsoft.com/office/drawing/2014/main" val="23366461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641525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Pregnancies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Glucose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BloodPressure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SkinThickness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Insulin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DiabetesPedigreeFunction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effectLst/>
                        </a:rPr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99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33.6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0.627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055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26.6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16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23.3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</a:rPr>
                        <a:t>0.672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30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2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358217-6E2F-0E02-4535-B870F3092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5-Step Process:</a:t>
            </a:r>
            <a:endParaRPr lang="en-US" dirty="0"/>
          </a:p>
          <a:p>
            <a:r>
              <a:rPr lang="en-US" b="1" dirty="0"/>
              <a:t>Load the Data</a:t>
            </a:r>
            <a:endParaRPr lang="en-US" dirty="0"/>
          </a:p>
          <a:p>
            <a:r>
              <a:rPr lang="en-US" b="1" dirty="0"/>
              <a:t>Split</a:t>
            </a:r>
            <a:r>
              <a:rPr lang="en-US" dirty="0"/>
              <a:t> into training and testing datasets</a:t>
            </a:r>
          </a:p>
          <a:p>
            <a:r>
              <a:rPr lang="en-US" b="1" dirty="0"/>
              <a:t>Define</a:t>
            </a:r>
            <a:r>
              <a:rPr lang="en-US" dirty="0"/>
              <a:t> the classification model</a:t>
            </a:r>
          </a:p>
          <a:p>
            <a:r>
              <a:rPr lang="en-US" b="1" dirty="0"/>
              <a:t>Fit</a:t>
            </a:r>
            <a:r>
              <a:rPr lang="en-US" dirty="0"/>
              <a:t> the model to training data</a:t>
            </a:r>
          </a:p>
          <a:p>
            <a:r>
              <a:rPr lang="en-US" b="1" dirty="0"/>
              <a:t>Make predictions</a:t>
            </a:r>
            <a:r>
              <a:rPr lang="en-US" dirty="0"/>
              <a:t> and test performance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FA6DAF-4D79-F48E-2265-E6BF4011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Steps</a:t>
            </a:r>
          </a:p>
        </p:txBody>
      </p:sp>
    </p:spTree>
    <p:extLst>
      <p:ext uri="{BB962C8B-B14F-4D97-AF65-F5344CB8AC3E}">
        <p14:creationId xmlns:p14="http://schemas.microsoft.com/office/powerpoint/2010/main" val="420836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64ACB-3978-CB92-6AE9-2A5C2C9D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Diabetes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4B083-4476-5095-5711-CEF1D791A9AB}"/>
              </a:ext>
            </a:extLst>
          </p:cNvPr>
          <p:cNvSpPr txBox="1"/>
          <p:nvPr/>
        </p:nvSpPr>
        <p:spPr>
          <a:xfrm>
            <a:off x="838200" y="1721389"/>
            <a:ext cx="10515600" cy="503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sklearn.model_selection </a:t>
            </a: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train_test_split</a:t>
            </a: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sklearn.linear_model </a:t>
            </a:r>
            <a:r>
              <a:rPr lang="en-US" sz="1400" b="1" noProof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LogisticRegression</a:t>
            </a:r>
          </a:p>
          <a:p>
            <a:pPr>
              <a:lnSpc>
                <a:spcPts val="1600"/>
              </a:lnSpc>
              <a:buNone/>
            </a:pPr>
            <a:b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Load the dataset from the URL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url =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"https://raw.githubusercontent.com/msfasha/307304-Data-Mining/main/20242/datasets/diabetes.csv"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 = pd.read_csv(url)</a:t>
            </a:r>
          </a:p>
          <a:p>
            <a:pPr>
              <a:lnSpc>
                <a:spcPts val="1600"/>
              </a:lnSpc>
              <a:buNone/>
            </a:pPr>
            <a:b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Define features (X) and target (y)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data[[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'Pregnancies'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'Glucose'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'BloodPressure'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'SkinThickness'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'Insulin'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'BMI'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'DiabetesPedigreeFunction'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'Age'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</a:t>
            </a: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data[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'Outcome'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600"/>
              </a:lnSpc>
              <a:buNone/>
            </a:pPr>
            <a:b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Split the data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X_train, X_test, y_train, y_test = train_test_split(X, y, test_size=</a:t>
            </a:r>
            <a:r>
              <a:rPr lang="en-US" sz="14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600"/>
              </a:lnSpc>
              <a:buNone/>
            </a:pPr>
            <a:b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Train logistic regression model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LogisticRegression(max_iter=</a:t>
            </a:r>
            <a:r>
              <a:rPr lang="en-US" sz="14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200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Increase iterations to 200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model.fit(X_train, y_train)</a:t>
            </a:r>
          </a:p>
          <a:p>
            <a:pPr>
              <a:lnSpc>
                <a:spcPts val="1600"/>
              </a:lnSpc>
              <a:buNone/>
            </a:pPr>
            <a:b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Predict on test data</a:t>
            </a:r>
            <a:endParaRPr lang="en-US" sz="14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predictions = model.predict(X_test)</a:t>
            </a:r>
          </a:p>
          <a:p>
            <a:pPr>
              <a:lnSpc>
                <a:spcPts val="1600"/>
              </a:lnSpc>
              <a:buNone/>
            </a:pPr>
            <a:r>
              <a:rPr lang="en-US" sz="1400" b="1" noProof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"Predictions:"</a:t>
            </a:r>
            <a:r>
              <a:rPr lang="en-US" sz="14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predictions)</a:t>
            </a:r>
          </a:p>
        </p:txBody>
      </p:sp>
    </p:spTree>
    <p:extLst>
      <p:ext uri="{BB962C8B-B14F-4D97-AF65-F5344CB8AC3E}">
        <p14:creationId xmlns:p14="http://schemas.microsoft.com/office/powerpoint/2010/main" val="344771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CCFD12-F425-AC53-BAE4-0789C679F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10515600" cy="615439"/>
          </a:xfrm>
        </p:spPr>
        <p:txBody>
          <a:bodyPr>
            <a:normAutofit/>
          </a:bodyPr>
          <a:lstStyle/>
          <a:p>
            <a:r>
              <a:rPr lang="en-US" sz="2000" b="1" dirty="0"/>
              <a:t>Predictions: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890392-F0BA-0E3C-CD57-49CE7E55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62085E8-4729-ABEA-CF3B-6D6A07B7AFBC}"/>
              </a:ext>
            </a:extLst>
          </p:cNvPr>
          <p:cNvSpPr txBox="1">
            <a:spLocks/>
          </p:cNvSpPr>
          <p:nvPr/>
        </p:nvSpPr>
        <p:spPr>
          <a:xfrm>
            <a:off x="838200" y="3643083"/>
            <a:ext cx="10515600" cy="2152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Interpretation:</a:t>
            </a:r>
            <a:endParaRPr lang="en-US" sz="2000" dirty="0"/>
          </a:p>
          <a:p>
            <a:r>
              <a:rPr lang="en-US" sz="2000" dirty="0"/>
              <a:t>0 = No Diabetes predicted</a:t>
            </a:r>
          </a:p>
          <a:p>
            <a:r>
              <a:rPr lang="en-US" sz="2000" dirty="0"/>
              <a:t>1 = Diabetes predicted</a:t>
            </a:r>
          </a:p>
          <a:p>
            <a:r>
              <a:rPr lang="en-US" sz="2000" dirty="0"/>
              <a:t>Model provides binary classification for each patient</a:t>
            </a:r>
          </a:p>
          <a:p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A4FAFC-84E3-834F-0083-768B251E93B2}"/>
              </a:ext>
            </a:extLst>
          </p:cNvPr>
          <p:cNvSpPr txBox="1"/>
          <p:nvPr/>
        </p:nvSpPr>
        <p:spPr>
          <a:xfrm>
            <a:off x="838200" y="2018611"/>
            <a:ext cx="76508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Predictions: [1 0 0 0 1 0 0 0 0 0 0 0 0 0 0 0 0 0 0 1 1 0 0 1 0 0 0 1 1 1 0 1 1 0 1 0 0</a:t>
            </a:r>
          </a:p>
          <a:p>
            <a:r>
              <a:rPr lang="en-US" dirty="0"/>
              <a:t> 0 0 0 1 0 1 0 0 1 1 0 1 0 0 0 1 0 0 1 0 0 0 1 0 1 1 0 0 1 0 0 1 0 0 1 0 1</a:t>
            </a:r>
          </a:p>
          <a:p>
            <a:r>
              <a:rPr lang="en-US" dirty="0"/>
              <a:t> 0 0 0 0 0 1 1 0 1 0 0 0 0 1 0 0 1 0 0 0 0 0 0 1 0 0 1 1 0 1 0 0 0 0 0 1 1</a:t>
            </a:r>
          </a:p>
          <a:p>
            <a:r>
              <a:rPr lang="en-US" dirty="0"/>
              <a:t> 0 1 0 0 0 1 0 0 1 1 0 0 0 0 0 0 1 1 1 0 1 0 1 0 0 0 0 1 0 0 0 0 0 0 0 0 0</a:t>
            </a:r>
          </a:p>
          <a:p>
            <a:r>
              <a:rPr lang="en-US" dirty="0"/>
              <a:t> 1 0 0 0 0 0]</a:t>
            </a:r>
          </a:p>
        </p:txBody>
      </p:sp>
    </p:spTree>
    <p:extLst>
      <p:ext uri="{BB962C8B-B14F-4D97-AF65-F5344CB8AC3E}">
        <p14:creationId xmlns:p14="http://schemas.microsoft.com/office/powerpoint/2010/main" val="302315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52EDB-8C6F-DA21-CA10-506C092C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32BF3-EBC3-84DA-6256-9DFBD39C3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91"/>
            <a:ext cx="10515600" cy="899644"/>
          </a:xfrm>
        </p:spPr>
        <p:txBody>
          <a:bodyPr/>
          <a:lstStyle/>
          <a:p>
            <a:r>
              <a:rPr lang="en-US" sz="2400" b="1" dirty="0"/>
              <a:t>Confusion Matrix:</a:t>
            </a:r>
            <a:r>
              <a:rPr lang="en-US" sz="2400" dirty="0"/>
              <a:t> A table summarizing prediction accuracy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BD4596-B9A1-B460-0BEF-45C6EFBF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Classification Performance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2275BCB7-2A19-8AB8-2680-32718E88D9DD}"/>
              </a:ext>
            </a:extLst>
          </p:cNvPr>
          <p:cNvSpPr txBox="1">
            <a:spLocks/>
          </p:cNvSpPr>
          <p:nvPr/>
        </p:nvSpPr>
        <p:spPr>
          <a:xfrm>
            <a:off x="838200" y="4018544"/>
            <a:ext cx="10515600" cy="2839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Medical Context:</a:t>
            </a:r>
            <a:endParaRPr lang="en-US" sz="2400" dirty="0"/>
          </a:p>
          <a:p>
            <a:r>
              <a:rPr lang="en-US" sz="2400" b="1" dirty="0"/>
              <a:t>TP:</a:t>
            </a:r>
            <a:r>
              <a:rPr lang="en-US" sz="2400" dirty="0"/>
              <a:t> Correctly identifies diabetic patient</a:t>
            </a:r>
          </a:p>
          <a:p>
            <a:r>
              <a:rPr lang="en-US" sz="2400" b="1" dirty="0"/>
              <a:t>FP:</a:t>
            </a:r>
            <a:r>
              <a:rPr lang="en-US" sz="2400" dirty="0"/>
              <a:t> Misdiagnoses healthy patient as diabetic</a:t>
            </a:r>
          </a:p>
          <a:p>
            <a:r>
              <a:rPr lang="en-US" sz="2400" b="1" dirty="0"/>
              <a:t>TN:</a:t>
            </a:r>
            <a:r>
              <a:rPr lang="en-US" sz="2400" dirty="0"/>
              <a:t> Correctly identifies healthy patient</a:t>
            </a:r>
          </a:p>
          <a:p>
            <a:r>
              <a:rPr lang="en-US" sz="2400" b="1" dirty="0"/>
              <a:t>FN:</a:t>
            </a:r>
            <a:r>
              <a:rPr lang="en-US" sz="2400" dirty="0"/>
              <a:t> Misses diabetic patient (dangerous!)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AFD4FA-3480-DFDD-24DC-C28CA337D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84180"/>
              </p:ext>
            </p:extLst>
          </p:nvPr>
        </p:nvGraphicFramePr>
        <p:xfrm>
          <a:off x="838200" y="2482500"/>
          <a:ext cx="9957486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11256">
                  <a:extLst>
                    <a:ext uri="{9D8B030D-6E8A-4147-A177-3AD203B41FA5}">
                      <a16:colId xmlns:a16="http://schemas.microsoft.com/office/drawing/2014/main" val="2196020590"/>
                    </a:ext>
                  </a:extLst>
                </a:gridCol>
                <a:gridCol w="4027068">
                  <a:extLst>
                    <a:ext uri="{9D8B030D-6E8A-4147-A177-3AD203B41FA5}">
                      <a16:colId xmlns:a16="http://schemas.microsoft.com/office/drawing/2014/main" val="139403631"/>
                    </a:ext>
                  </a:extLst>
                </a:gridCol>
                <a:gridCol w="3319162">
                  <a:extLst>
                    <a:ext uri="{9D8B030D-6E8A-4147-A177-3AD203B41FA5}">
                      <a16:colId xmlns:a16="http://schemas.microsoft.com/office/drawing/2014/main" val="1560750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 Non-Diabetic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 Diabetic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72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 Non-Diabetic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Negative (TN)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Positive (FP)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5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Diabetic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Negative (FN)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True Positive (TP)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301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58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9e8ea6-d7cf-4c00-b931-0c0027af14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0DB0B4DCD4994BA0B53B90F48248FB" ma:contentTypeVersion="17" ma:contentTypeDescription="Create a new document." ma:contentTypeScope="" ma:versionID="89b596077de0219f935a6ab711f2d0ee">
  <xsd:schema xmlns:xsd="http://www.w3.org/2001/XMLSchema" xmlns:xs="http://www.w3.org/2001/XMLSchema" xmlns:p="http://schemas.microsoft.com/office/2006/metadata/properties" xmlns:ns3="5d9e8ea6-d7cf-4c00-b931-0c0027af1451" xmlns:ns4="24b8453d-154c-4c63-97d1-80f7846f6991" targetNamespace="http://schemas.microsoft.com/office/2006/metadata/properties" ma:root="true" ma:fieldsID="cd616adf96839ca32a36dfb6e4534def" ns3:_="" ns4:_="">
    <xsd:import namespace="5d9e8ea6-d7cf-4c00-b931-0c0027af1451"/>
    <xsd:import namespace="24b8453d-154c-4c63-97d1-80f7846f69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e8ea6-d7cf-4c00-b931-0c0027af14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b8453d-154c-4c63-97d1-80f7846f699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AC1CE2-5BE4-4AD4-8A18-FE1BD98D2BAF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4b8453d-154c-4c63-97d1-80f7846f6991"/>
    <ds:schemaRef ds:uri="5d9e8ea6-d7cf-4c00-b931-0c0027af145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5A00539-F935-4DAE-994B-29A86868AB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9744A2-A4E7-4F10-8EA8-A7278CF8A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9e8ea6-d7cf-4c00-b931-0c0027af1451"/>
    <ds:schemaRef ds:uri="24b8453d-154c-4c63-97d1-80f7846f69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858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307304 Business Intelligence and Data Mining</vt:lpstr>
      <vt:lpstr>What is Classification?</vt:lpstr>
      <vt:lpstr>Binary Classification Examples</vt:lpstr>
      <vt:lpstr>Why Not Linear Regression?</vt:lpstr>
      <vt:lpstr>What is Logistic Regression?</vt:lpstr>
      <vt:lpstr>Decision Making</vt:lpstr>
      <vt:lpstr>Dataset Example - Diabetes Prediction</vt:lpstr>
      <vt:lpstr>Implementation Steps</vt:lpstr>
      <vt:lpstr>Diabetes Prediction</vt:lpstr>
      <vt:lpstr>Output</vt:lpstr>
      <vt:lpstr>Measuring Classification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Fasha</dc:creator>
  <cp:lastModifiedBy>Mohammed Fasha</cp:lastModifiedBy>
  <cp:revision>26</cp:revision>
  <dcterms:created xsi:type="dcterms:W3CDTF">2024-10-16T06:35:42Z</dcterms:created>
  <dcterms:modified xsi:type="dcterms:W3CDTF">2025-07-26T19:56:59Z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0x010100D30DB0B4DCD4994BA0B53B90F48248FB</vt:lpwstr>
  </property>
</Properties>
</file>