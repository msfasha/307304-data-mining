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483" r:id="rId2"/>
    <p:sldId id="519" r:id="rId3"/>
    <p:sldId id="485" r:id="rId4"/>
    <p:sldId id="522" r:id="rId5"/>
    <p:sldId id="489" r:id="rId6"/>
    <p:sldId id="521" r:id="rId7"/>
    <p:sldId id="490" r:id="rId8"/>
    <p:sldId id="513" r:id="rId9"/>
    <p:sldId id="523" r:id="rId10"/>
    <p:sldId id="524" r:id="rId11"/>
    <p:sldId id="517" r:id="rId12"/>
    <p:sldId id="518" r:id="rId13"/>
    <p:sldId id="515" r:id="rId14"/>
    <p:sldId id="514" r:id="rId15"/>
    <p:sldId id="516" r:id="rId16"/>
    <p:sldId id="497" r:id="rId17"/>
    <p:sldId id="498" r:id="rId18"/>
    <p:sldId id="499" r:id="rId19"/>
    <p:sldId id="500" r:id="rId20"/>
    <p:sldId id="501" r:id="rId21"/>
    <p:sldId id="502" r:id="rId22"/>
    <p:sldId id="503" r:id="rId23"/>
    <p:sldId id="504" r:id="rId24"/>
    <p:sldId id="505" r:id="rId25"/>
    <p:sldId id="506" r:id="rId26"/>
    <p:sldId id="507" r:id="rId27"/>
    <p:sldId id="508" r:id="rId28"/>
    <p:sldId id="509" r:id="rId29"/>
    <p:sldId id="510" r:id="rId30"/>
    <p:sldId id="51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67337A"/>
    <a:srgbClr val="00642D"/>
    <a:srgbClr val="98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43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4C71ED24-115E-432D-933D-C801DA3E52F1}"/>
    <pc:docChg chg="delSld">
      <pc:chgData name="Mohammed Fasha" userId="cc64f42d-a1a6-4f08-b97b-0c37f877119f" providerId="ADAL" clId="{4C71ED24-115E-432D-933D-C801DA3E52F1}" dt="2024-12-29T03:12:49.974" v="2" actId="47"/>
      <pc:docMkLst>
        <pc:docMk/>
      </pc:docMkLst>
      <pc:sldChg chg="del">
        <pc:chgData name="Mohammed Fasha" userId="cc64f42d-a1a6-4f08-b97b-0c37f877119f" providerId="ADAL" clId="{4C71ED24-115E-432D-933D-C801DA3E52F1}" dt="2024-12-29T03:12:48.360" v="0" actId="47"/>
        <pc:sldMkLst>
          <pc:docMk/>
          <pc:sldMk cId="2341000601" sldId="701"/>
        </pc:sldMkLst>
      </pc:sldChg>
      <pc:sldChg chg="del">
        <pc:chgData name="Mohammed Fasha" userId="cc64f42d-a1a6-4f08-b97b-0c37f877119f" providerId="ADAL" clId="{4C71ED24-115E-432D-933D-C801DA3E52F1}" dt="2024-12-29T03:12:49.133" v="1" actId="47"/>
        <pc:sldMkLst>
          <pc:docMk/>
          <pc:sldMk cId="3519698944" sldId="702"/>
        </pc:sldMkLst>
      </pc:sldChg>
      <pc:sldChg chg="del">
        <pc:chgData name="Mohammed Fasha" userId="cc64f42d-a1a6-4f08-b97b-0c37f877119f" providerId="ADAL" clId="{4C71ED24-115E-432D-933D-C801DA3E52F1}" dt="2024-12-29T03:12:49.974" v="2" actId="47"/>
        <pc:sldMkLst>
          <pc:docMk/>
          <pc:sldMk cId="3934257344" sldId="703"/>
        </pc:sldMkLst>
      </pc:sldChg>
    </pc:docChg>
  </pc:docChgLst>
  <pc:docChgLst>
    <pc:chgData name="Mohammed Fasha" userId="cc64f42d-a1a6-4f08-b97b-0c37f877119f" providerId="ADAL" clId="{7E2E8029-2718-4E74-A1E0-5ED48AB79672}"/>
    <pc:docChg chg="undo redo custSel addSld delSld modSld sldOrd">
      <pc:chgData name="Mohammed Fasha" userId="cc64f42d-a1a6-4f08-b97b-0c37f877119f" providerId="ADAL" clId="{7E2E8029-2718-4E74-A1E0-5ED48AB79672}" dt="2025-06-07T08:51:01.005" v="4348" actId="27636"/>
      <pc:docMkLst>
        <pc:docMk/>
      </pc:docMkLst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241718055" sldId="344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957811751" sldId="354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499958888" sldId="394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852804652" sldId="396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625691186" sldId="425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409345436" sldId="437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522174856" sldId="438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905491798" sldId="440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4208461039" sldId="447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210803598" sldId="478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726994946" sldId="479"/>
        </pc:sldMkLst>
      </pc:sldChg>
      <pc:sldChg chg="modSp mod">
        <pc:chgData name="Mohammed Fasha" userId="cc64f42d-a1a6-4f08-b97b-0c37f877119f" providerId="ADAL" clId="{7E2E8029-2718-4E74-A1E0-5ED48AB79672}" dt="2025-06-04T04:01:10.451" v="90" actId="113"/>
        <pc:sldMkLst>
          <pc:docMk/>
          <pc:sldMk cId="2297456757" sldId="483"/>
        </pc:sldMkLst>
        <pc:spChg chg="mod">
          <ac:chgData name="Mohammed Fasha" userId="cc64f42d-a1a6-4f08-b97b-0c37f877119f" providerId="ADAL" clId="{7E2E8029-2718-4E74-A1E0-5ED48AB79672}" dt="2025-06-04T03:59:23.818" v="23" actId="20577"/>
          <ac:spMkLst>
            <pc:docMk/>
            <pc:sldMk cId="2297456757" sldId="483"/>
            <ac:spMk id="4" creationId="{B53E9DF1-2223-C2DE-EF40-211A8D65CA29}"/>
          </ac:spMkLst>
        </pc:spChg>
        <pc:spChg chg="mod">
          <ac:chgData name="Mohammed Fasha" userId="cc64f42d-a1a6-4f08-b97b-0c37f877119f" providerId="ADAL" clId="{7E2E8029-2718-4E74-A1E0-5ED48AB79672}" dt="2025-06-04T04:01:10.451" v="90" actId="113"/>
          <ac:spMkLst>
            <pc:docMk/>
            <pc:sldMk cId="2297456757" sldId="483"/>
            <ac:spMk id="5" creationId="{89403830-E271-DAA0-8838-E295A84A8B5B}"/>
          </ac:spMkLst>
        </pc:spChg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941853383" sldId="484"/>
        </pc:sldMkLst>
      </pc:sldChg>
      <pc:sldChg chg="modSp new del mod">
        <pc:chgData name="Mohammed Fasha" userId="cc64f42d-a1a6-4f08-b97b-0c37f877119f" providerId="ADAL" clId="{7E2E8029-2718-4E74-A1E0-5ED48AB79672}" dt="2025-06-07T08:10:06.923" v="2989" actId="47"/>
        <pc:sldMkLst>
          <pc:docMk/>
          <pc:sldMk cId="3091730450" sldId="484"/>
        </pc:sldMkLst>
      </pc:sldChg>
      <pc:sldChg chg="addSp modSp add del mod">
        <pc:chgData name="Mohammed Fasha" userId="cc64f42d-a1a6-4f08-b97b-0c37f877119f" providerId="ADAL" clId="{7E2E8029-2718-4E74-A1E0-5ED48AB79672}" dt="2025-06-07T08:29:40.396" v="3450" actId="113"/>
        <pc:sldMkLst>
          <pc:docMk/>
          <pc:sldMk cId="2426021593" sldId="485"/>
        </pc:sldMkLst>
        <pc:spChg chg="mod">
          <ac:chgData name="Mohammed Fasha" userId="cc64f42d-a1a6-4f08-b97b-0c37f877119f" providerId="ADAL" clId="{7E2E8029-2718-4E74-A1E0-5ED48AB79672}" dt="2025-06-07T08:29:40.396" v="3450" actId="113"/>
          <ac:spMkLst>
            <pc:docMk/>
            <pc:sldMk cId="2426021593" sldId="485"/>
            <ac:spMk id="2" creationId="{1835AC91-8DE2-9F0B-09B6-E3949BB83937}"/>
          </ac:spMkLst>
        </pc:spChg>
        <pc:spChg chg="mod">
          <ac:chgData name="Mohammed Fasha" userId="cc64f42d-a1a6-4f08-b97b-0c37f877119f" providerId="ADAL" clId="{7E2E8029-2718-4E74-A1E0-5ED48AB79672}" dt="2025-06-07T08:27:46.717" v="3417" actId="27636"/>
          <ac:spMkLst>
            <pc:docMk/>
            <pc:sldMk cId="2426021593" sldId="485"/>
            <ac:spMk id="3" creationId="{E2B5208B-AF09-6A8E-7623-44834ADB7FB6}"/>
          </ac:spMkLst>
        </pc:spChg>
      </pc:sldChg>
      <pc:sldChg chg="addSp delSp modSp add del mod">
        <pc:chgData name="Mohammed Fasha" userId="cc64f42d-a1a6-4f08-b97b-0c37f877119f" providerId="ADAL" clId="{7E2E8029-2718-4E74-A1E0-5ED48AB79672}" dt="2025-06-04T04:03:22.922" v="132" actId="47"/>
        <pc:sldMkLst>
          <pc:docMk/>
          <pc:sldMk cId="2941609253" sldId="486"/>
        </pc:sldMkLst>
      </pc:sldChg>
      <pc:sldChg chg="modSp add del mod">
        <pc:chgData name="Mohammed Fasha" userId="cc64f42d-a1a6-4f08-b97b-0c37f877119f" providerId="ADAL" clId="{7E2E8029-2718-4E74-A1E0-5ED48AB79672}" dt="2025-06-07T08:28:41.032" v="3421" actId="47"/>
        <pc:sldMkLst>
          <pc:docMk/>
          <pc:sldMk cId="3181280278" sldId="487"/>
        </pc:sldMkLst>
      </pc:sldChg>
      <pc:sldChg chg="addSp delSp modSp add del mod">
        <pc:chgData name="Mohammed Fasha" userId="cc64f42d-a1a6-4f08-b97b-0c37f877119f" providerId="ADAL" clId="{7E2E8029-2718-4E74-A1E0-5ED48AB79672}" dt="2025-06-04T04:10:43.708" v="203" actId="47"/>
        <pc:sldMkLst>
          <pc:docMk/>
          <pc:sldMk cId="4229036623" sldId="488"/>
        </pc:sldMkLst>
      </pc:sldChg>
      <pc:sldChg chg="addSp delSp modSp add mod setBg">
        <pc:chgData name="Mohammed Fasha" userId="cc64f42d-a1a6-4f08-b97b-0c37f877119f" providerId="ADAL" clId="{7E2E8029-2718-4E74-A1E0-5ED48AB79672}" dt="2025-06-07T08:30:17.875" v="3456" actId="14100"/>
        <pc:sldMkLst>
          <pc:docMk/>
          <pc:sldMk cId="4066742116" sldId="489"/>
        </pc:sldMkLst>
        <pc:spChg chg="mod">
          <ac:chgData name="Mohammed Fasha" userId="cc64f42d-a1a6-4f08-b97b-0c37f877119f" providerId="ADAL" clId="{7E2E8029-2718-4E74-A1E0-5ED48AB79672}" dt="2025-06-04T04:10:42.420" v="202"/>
          <ac:spMkLst>
            <pc:docMk/>
            <pc:sldMk cId="4066742116" sldId="489"/>
            <ac:spMk id="2" creationId="{82973B80-800E-A863-13DB-91B41F70B7EF}"/>
          </ac:spMkLst>
        </pc:spChg>
        <pc:spChg chg="add mod">
          <ac:chgData name="Mohammed Fasha" userId="cc64f42d-a1a6-4f08-b97b-0c37f877119f" providerId="ADAL" clId="{7E2E8029-2718-4E74-A1E0-5ED48AB79672}" dt="2025-06-07T08:30:17.875" v="3456" actId="14100"/>
          <ac:spMkLst>
            <pc:docMk/>
            <pc:sldMk cId="4066742116" sldId="489"/>
            <ac:spMk id="10" creationId="{FBDD767E-EE4D-A94D-1BCC-A56951A51E7B}"/>
          </ac:spMkLst>
        </pc:spChg>
        <pc:picChg chg="add mod">
          <ac:chgData name="Mohammed Fasha" userId="cc64f42d-a1a6-4f08-b97b-0c37f877119f" providerId="ADAL" clId="{7E2E8029-2718-4E74-A1E0-5ED48AB79672}" dt="2025-06-07T08:30:14.419" v="3455"/>
          <ac:picMkLst>
            <pc:docMk/>
            <pc:sldMk cId="4066742116" sldId="489"/>
            <ac:picMk id="6" creationId="{705C105A-97C9-0206-8067-796D33D6C11F}"/>
          </ac:picMkLst>
        </pc:picChg>
        <pc:picChg chg="add mod">
          <ac:chgData name="Mohammed Fasha" userId="cc64f42d-a1a6-4f08-b97b-0c37f877119f" providerId="ADAL" clId="{7E2E8029-2718-4E74-A1E0-5ED48AB79672}" dt="2025-06-07T08:30:14.419" v="3455"/>
          <ac:picMkLst>
            <pc:docMk/>
            <pc:sldMk cId="4066742116" sldId="489"/>
            <ac:picMk id="7" creationId="{B79DD5E5-35F4-0EB8-3379-81437C9EE2E9}"/>
          </ac:picMkLst>
        </pc:picChg>
      </pc:sldChg>
      <pc:sldChg chg="addSp modSp add mod">
        <pc:chgData name="Mohammed Fasha" userId="cc64f42d-a1a6-4f08-b97b-0c37f877119f" providerId="ADAL" clId="{7E2E8029-2718-4E74-A1E0-5ED48AB79672}" dt="2025-06-07T08:44:23" v="4142" actId="20577"/>
        <pc:sldMkLst>
          <pc:docMk/>
          <pc:sldMk cId="976524779" sldId="490"/>
        </pc:sldMkLst>
        <pc:spChg chg="mod">
          <ac:chgData name="Mohammed Fasha" userId="cc64f42d-a1a6-4f08-b97b-0c37f877119f" providerId="ADAL" clId="{7E2E8029-2718-4E74-A1E0-5ED48AB79672}" dt="2025-06-07T08:44:23" v="4142" actId="20577"/>
          <ac:spMkLst>
            <pc:docMk/>
            <pc:sldMk cId="976524779" sldId="490"/>
            <ac:spMk id="2" creationId="{57ACC929-DD69-47BD-1459-A84B2EC58E3E}"/>
          </ac:spMkLst>
        </pc:spChg>
        <pc:spChg chg="mod">
          <ac:chgData name="Mohammed Fasha" userId="cc64f42d-a1a6-4f08-b97b-0c37f877119f" providerId="ADAL" clId="{7E2E8029-2718-4E74-A1E0-5ED48AB79672}" dt="2025-06-07T08:31:45.406" v="3470" actId="12"/>
          <ac:spMkLst>
            <pc:docMk/>
            <pc:sldMk cId="976524779" sldId="490"/>
            <ac:spMk id="3" creationId="{1128B45B-22EE-19E8-1CDD-A9BA18DE99D3}"/>
          </ac:spMkLst>
        </pc:spChg>
        <pc:graphicFrameChg chg="add mod">
          <ac:chgData name="Mohammed Fasha" userId="cc64f42d-a1a6-4f08-b97b-0c37f877119f" providerId="ADAL" clId="{7E2E8029-2718-4E74-A1E0-5ED48AB79672}" dt="2025-06-04T07:28:13.273" v="744" actId="1076"/>
          <ac:graphicFrameMkLst>
            <pc:docMk/>
            <pc:sldMk cId="976524779" sldId="490"/>
            <ac:graphicFrameMk id="4" creationId="{5D3C910E-DD75-6DB3-3A1B-FDBD3CECFF71}"/>
          </ac:graphicFrameMkLst>
        </pc:graphicFrameChg>
      </pc:sldChg>
      <pc:sldChg chg="addSp modSp add del mod ord">
        <pc:chgData name="Mohammed Fasha" userId="cc64f42d-a1a6-4f08-b97b-0c37f877119f" providerId="ADAL" clId="{7E2E8029-2718-4E74-A1E0-5ED48AB79672}" dt="2025-06-07T04:23:29.071" v="1440" actId="47"/>
        <pc:sldMkLst>
          <pc:docMk/>
          <pc:sldMk cId="2300690374" sldId="491"/>
        </pc:sldMkLst>
      </pc:sldChg>
      <pc:sldChg chg="modSp add del mod">
        <pc:chgData name="Mohammed Fasha" userId="cc64f42d-a1a6-4f08-b97b-0c37f877119f" providerId="ADAL" clId="{7E2E8029-2718-4E74-A1E0-5ED48AB79672}" dt="2025-06-04T07:31:18.148" v="797" actId="47"/>
        <pc:sldMkLst>
          <pc:docMk/>
          <pc:sldMk cId="2987114752" sldId="492"/>
        </pc:sldMkLst>
      </pc:sldChg>
      <pc:sldChg chg="modSp add del mod">
        <pc:chgData name="Mohammed Fasha" userId="cc64f42d-a1a6-4f08-b97b-0c37f877119f" providerId="ADAL" clId="{7E2E8029-2718-4E74-A1E0-5ED48AB79672}" dt="2025-06-07T02:51:58.311" v="960" actId="47"/>
        <pc:sldMkLst>
          <pc:docMk/>
          <pc:sldMk cId="3951544621" sldId="493"/>
        </pc:sldMkLst>
      </pc:sldChg>
      <pc:sldChg chg="addSp modSp add del mod">
        <pc:chgData name="Mohammed Fasha" userId="cc64f42d-a1a6-4f08-b97b-0c37f877119f" providerId="ADAL" clId="{7E2E8029-2718-4E74-A1E0-5ED48AB79672}" dt="2025-06-07T06:16:38.935" v="2813" actId="47"/>
        <pc:sldMkLst>
          <pc:docMk/>
          <pc:sldMk cId="3023457119" sldId="494"/>
        </pc:sldMkLst>
      </pc:sldChg>
      <pc:sldChg chg="modSp add del mod">
        <pc:chgData name="Mohammed Fasha" userId="cc64f42d-a1a6-4f08-b97b-0c37f877119f" providerId="ADAL" clId="{7E2E8029-2718-4E74-A1E0-5ED48AB79672}" dt="2025-06-07T06:16:43.777" v="2814" actId="47"/>
        <pc:sldMkLst>
          <pc:docMk/>
          <pc:sldMk cId="1938525646" sldId="495"/>
        </pc:sldMkLst>
      </pc:sldChg>
      <pc:sldChg chg="addSp delSp modSp add del mod">
        <pc:chgData name="Mohammed Fasha" userId="cc64f42d-a1a6-4f08-b97b-0c37f877119f" providerId="ADAL" clId="{7E2E8029-2718-4E74-A1E0-5ED48AB79672}" dt="2025-06-07T08:42:21.202" v="3940" actId="47"/>
        <pc:sldMkLst>
          <pc:docMk/>
          <pc:sldMk cId="2805227895" sldId="496"/>
        </pc:sldMkLst>
      </pc:sldChg>
      <pc:sldChg chg="modSp add mod">
        <pc:chgData name="Mohammed Fasha" userId="cc64f42d-a1a6-4f08-b97b-0c37f877119f" providerId="ADAL" clId="{7E2E8029-2718-4E74-A1E0-5ED48AB79672}" dt="2025-06-07T08:51:01.005" v="4348" actId="27636"/>
        <pc:sldMkLst>
          <pc:docMk/>
          <pc:sldMk cId="361312424" sldId="497"/>
        </pc:sldMkLst>
        <pc:spChg chg="mod">
          <ac:chgData name="Mohammed Fasha" userId="cc64f42d-a1a6-4f08-b97b-0c37f877119f" providerId="ADAL" clId="{7E2E8029-2718-4E74-A1E0-5ED48AB79672}" dt="2025-06-04T04:17:40.663" v="355" actId="113"/>
          <ac:spMkLst>
            <pc:docMk/>
            <pc:sldMk cId="361312424" sldId="497"/>
            <ac:spMk id="2" creationId="{D12F9FE4-A5C2-EB26-3595-1ACE4F313CE5}"/>
          </ac:spMkLst>
        </pc:spChg>
        <pc:spChg chg="mod">
          <ac:chgData name="Mohammed Fasha" userId="cc64f42d-a1a6-4f08-b97b-0c37f877119f" providerId="ADAL" clId="{7E2E8029-2718-4E74-A1E0-5ED48AB79672}" dt="2025-06-07T08:51:01.005" v="4348" actId="27636"/>
          <ac:spMkLst>
            <pc:docMk/>
            <pc:sldMk cId="361312424" sldId="497"/>
            <ac:spMk id="3" creationId="{86E581E5-DCFA-CFE2-A759-B2D5411A0B17}"/>
          </ac:spMkLst>
        </pc:spChg>
      </pc:sldChg>
      <pc:sldChg chg="modSp add mod">
        <pc:chgData name="Mohammed Fasha" userId="cc64f42d-a1a6-4f08-b97b-0c37f877119f" providerId="ADAL" clId="{7E2E8029-2718-4E74-A1E0-5ED48AB79672}" dt="2025-06-04T04:18:49.303" v="378" actId="5793"/>
        <pc:sldMkLst>
          <pc:docMk/>
          <pc:sldMk cId="1855355283" sldId="498"/>
        </pc:sldMkLst>
        <pc:spChg chg="mod">
          <ac:chgData name="Mohammed Fasha" userId="cc64f42d-a1a6-4f08-b97b-0c37f877119f" providerId="ADAL" clId="{7E2E8029-2718-4E74-A1E0-5ED48AB79672}" dt="2025-06-04T04:18:34.686" v="375" actId="113"/>
          <ac:spMkLst>
            <pc:docMk/>
            <pc:sldMk cId="1855355283" sldId="498"/>
            <ac:spMk id="2" creationId="{7352777E-C23E-8CAE-A81E-ADA523F4CEE6}"/>
          </ac:spMkLst>
        </pc:spChg>
        <pc:spChg chg="mod">
          <ac:chgData name="Mohammed Fasha" userId="cc64f42d-a1a6-4f08-b97b-0c37f877119f" providerId="ADAL" clId="{7E2E8029-2718-4E74-A1E0-5ED48AB79672}" dt="2025-06-04T04:18:49.303" v="378" actId="5793"/>
          <ac:spMkLst>
            <pc:docMk/>
            <pc:sldMk cId="1855355283" sldId="498"/>
            <ac:spMk id="3" creationId="{EE397667-A7E4-7E53-67C9-F8B9D8DAF6D5}"/>
          </ac:spMkLst>
        </pc:spChg>
      </pc:sldChg>
      <pc:sldChg chg="addSp modSp add mod">
        <pc:chgData name="Mohammed Fasha" userId="cc64f42d-a1a6-4f08-b97b-0c37f877119f" providerId="ADAL" clId="{7E2E8029-2718-4E74-A1E0-5ED48AB79672}" dt="2025-06-07T08:49:51.768" v="4331" actId="207"/>
        <pc:sldMkLst>
          <pc:docMk/>
          <pc:sldMk cId="839997894" sldId="499"/>
        </pc:sldMkLst>
        <pc:spChg chg="mod">
          <ac:chgData name="Mohammed Fasha" userId="cc64f42d-a1a6-4f08-b97b-0c37f877119f" providerId="ADAL" clId="{7E2E8029-2718-4E74-A1E0-5ED48AB79672}" dt="2025-06-04T04:19:13.147" v="383"/>
          <ac:spMkLst>
            <pc:docMk/>
            <pc:sldMk cId="839997894" sldId="499"/>
            <ac:spMk id="2" creationId="{83E1648F-7E59-4851-3113-3766595799A8}"/>
          </ac:spMkLst>
        </pc:spChg>
        <pc:spChg chg="mod">
          <ac:chgData name="Mohammed Fasha" userId="cc64f42d-a1a6-4f08-b97b-0c37f877119f" providerId="ADAL" clId="{7E2E8029-2718-4E74-A1E0-5ED48AB79672}" dt="2025-06-04T04:19:01.936" v="382" actId="14100"/>
          <ac:spMkLst>
            <pc:docMk/>
            <pc:sldMk cId="839997894" sldId="499"/>
            <ac:spMk id="3" creationId="{217D891A-C034-7F65-FAAD-1988E871B3F4}"/>
          </ac:spMkLst>
        </pc:spChg>
        <pc:spChg chg="add mod">
          <ac:chgData name="Mohammed Fasha" userId="cc64f42d-a1a6-4f08-b97b-0c37f877119f" providerId="ADAL" clId="{7E2E8029-2718-4E74-A1E0-5ED48AB79672}" dt="2025-06-04T04:19:29.882" v="387" actId="1076"/>
          <ac:spMkLst>
            <pc:docMk/>
            <pc:sldMk cId="839997894" sldId="499"/>
            <ac:spMk id="6" creationId="{5730B9AF-F0B4-E86F-B4B0-CEC9C5D0DCFE}"/>
          </ac:spMkLst>
        </pc:spChg>
        <pc:graphicFrameChg chg="add mod modGraphic">
          <ac:chgData name="Mohammed Fasha" userId="cc64f42d-a1a6-4f08-b97b-0c37f877119f" providerId="ADAL" clId="{7E2E8029-2718-4E74-A1E0-5ED48AB79672}" dt="2025-06-07T08:49:51.768" v="4331" actId="207"/>
          <ac:graphicFrameMkLst>
            <pc:docMk/>
            <pc:sldMk cId="839997894" sldId="499"/>
            <ac:graphicFrameMk id="4" creationId="{2CB054D0-36F9-3FDC-61DE-3DEA5DD7AEFF}"/>
          </ac:graphicFrameMkLst>
        </pc:graphicFrameChg>
      </pc:sldChg>
      <pc:sldChg chg="addSp modSp add mod">
        <pc:chgData name="Mohammed Fasha" userId="cc64f42d-a1a6-4f08-b97b-0c37f877119f" providerId="ADAL" clId="{7E2E8029-2718-4E74-A1E0-5ED48AB79672}" dt="2025-06-07T08:50:00.969" v="4332" actId="207"/>
        <pc:sldMkLst>
          <pc:docMk/>
          <pc:sldMk cId="2617828375" sldId="500"/>
        </pc:sldMkLst>
        <pc:spChg chg="mod">
          <ac:chgData name="Mohammed Fasha" userId="cc64f42d-a1a6-4f08-b97b-0c37f877119f" providerId="ADAL" clId="{7E2E8029-2718-4E74-A1E0-5ED48AB79672}" dt="2025-06-04T04:20:16.455" v="404" actId="404"/>
          <ac:spMkLst>
            <pc:docMk/>
            <pc:sldMk cId="2617828375" sldId="500"/>
            <ac:spMk id="2" creationId="{FD481DBB-5461-6871-2839-466317DA6649}"/>
          </ac:spMkLst>
        </pc:spChg>
        <pc:spChg chg="mod">
          <ac:chgData name="Mohammed Fasha" userId="cc64f42d-a1a6-4f08-b97b-0c37f877119f" providerId="ADAL" clId="{7E2E8029-2718-4E74-A1E0-5ED48AB79672}" dt="2025-06-04T04:20:21.435" v="408" actId="14100"/>
          <ac:spMkLst>
            <pc:docMk/>
            <pc:sldMk cId="2617828375" sldId="500"/>
            <ac:spMk id="3" creationId="{C05B2C7C-D231-2D17-63B4-EC57F81DC24B}"/>
          </ac:spMkLst>
        </pc:spChg>
        <pc:graphicFrameChg chg="add mod modGraphic">
          <ac:chgData name="Mohammed Fasha" userId="cc64f42d-a1a6-4f08-b97b-0c37f877119f" providerId="ADAL" clId="{7E2E8029-2718-4E74-A1E0-5ED48AB79672}" dt="2025-06-07T08:50:00.969" v="4332" actId="207"/>
          <ac:graphicFrameMkLst>
            <pc:docMk/>
            <pc:sldMk cId="2617828375" sldId="500"/>
            <ac:graphicFrameMk id="4" creationId="{B9AA7DE5-FBB4-B7BC-47A7-D2280C8C5D12}"/>
          </ac:graphicFrameMkLst>
        </pc:graphicFrameChg>
      </pc:sldChg>
      <pc:sldChg chg="modSp add mod">
        <pc:chgData name="Mohammed Fasha" userId="cc64f42d-a1a6-4f08-b97b-0c37f877119f" providerId="ADAL" clId="{7E2E8029-2718-4E74-A1E0-5ED48AB79672}" dt="2025-06-07T08:50:19.616" v="4338" actId="113"/>
        <pc:sldMkLst>
          <pc:docMk/>
          <pc:sldMk cId="1812782099" sldId="501"/>
        </pc:sldMkLst>
        <pc:spChg chg="mod">
          <ac:chgData name="Mohammed Fasha" userId="cc64f42d-a1a6-4f08-b97b-0c37f877119f" providerId="ADAL" clId="{7E2E8029-2718-4E74-A1E0-5ED48AB79672}" dt="2025-06-04T04:20:58.921" v="422" actId="113"/>
          <ac:spMkLst>
            <pc:docMk/>
            <pc:sldMk cId="1812782099" sldId="501"/>
            <ac:spMk id="2" creationId="{470AF467-6CBB-C3C1-F7A2-B0454D6C7ACF}"/>
          </ac:spMkLst>
        </pc:spChg>
        <pc:spChg chg="mod">
          <ac:chgData name="Mohammed Fasha" userId="cc64f42d-a1a6-4f08-b97b-0c37f877119f" providerId="ADAL" clId="{7E2E8029-2718-4E74-A1E0-5ED48AB79672}" dt="2025-06-07T08:50:19.616" v="4338" actId="113"/>
          <ac:spMkLst>
            <pc:docMk/>
            <pc:sldMk cId="1812782099" sldId="501"/>
            <ac:spMk id="3" creationId="{B9757FC9-2E4F-A35E-E89D-FFF9BD7C348E}"/>
          </ac:spMkLst>
        </pc:spChg>
      </pc:sldChg>
      <pc:sldChg chg="modSp add mod">
        <pc:chgData name="Mohammed Fasha" userId="cc64f42d-a1a6-4f08-b97b-0c37f877119f" providerId="ADAL" clId="{7E2E8029-2718-4E74-A1E0-5ED48AB79672}" dt="2025-06-04T04:22:26.839" v="444" actId="5793"/>
        <pc:sldMkLst>
          <pc:docMk/>
          <pc:sldMk cId="1165651503" sldId="502"/>
        </pc:sldMkLst>
        <pc:spChg chg="mod">
          <ac:chgData name="Mohammed Fasha" userId="cc64f42d-a1a6-4f08-b97b-0c37f877119f" providerId="ADAL" clId="{7E2E8029-2718-4E74-A1E0-5ED48AB79672}" dt="2025-06-04T04:22:01.156" v="438" actId="113"/>
          <ac:spMkLst>
            <pc:docMk/>
            <pc:sldMk cId="1165651503" sldId="502"/>
            <ac:spMk id="2" creationId="{BD994700-7E99-D45A-9B1A-60D8196487EF}"/>
          </ac:spMkLst>
        </pc:spChg>
        <pc:spChg chg="mod">
          <ac:chgData name="Mohammed Fasha" userId="cc64f42d-a1a6-4f08-b97b-0c37f877119f" providerId="ADAL" clId="{7E2E8029-2718-4E74-A1E0-5ED48AB79672}" dt="2025-06-04T04:22:26.839" v="444" actId="5793"/>
          <ac:spMkLst>
            <pc:docMk/>
            <pc:sldMk cId="1165651503" sldId="502"/>
            <ac:spMk id="3" creationId="{77FED500-AA81-1D5D-025D-F79CA66DC754}"/>
          </ac:spMkLst>
        </pc:spChg>
      </pc:sldChg>
      <pc:sldChg chg="addSp modSp add mod">
        <pc:chgData name="Mohammed Fasha" userId="cc64f42d-a1a6-4f08-b97b-0c37f877119f" providerId="ADAL" clId="{7E2E8029-2718-4E74-A1E0-5ED48AB79672}" dt="2025-06-04T04:24:10.379" v="478" actId="179"/>
        <pc:sldMkLst>
          <pc:docMk/>
          <pc:sldMk cId="1701005993" sldId="503"/>
        </pc:sldMkLst>
        <pc:spChg chg="mod">
          <ac:chgData name="Mohammed Fasha" userId="cc64f42d-a1a6-4f08-b97b-0c37f877119f" providerId="ADAL" clId="{7E2E8029-2718-4E74-A1E0-5ED48AB79672}" dt="2025-06-04T04:22:54.591" v="451" actId="113"/>
          <ac:spMkLst>
            <pc:docMk/>
            <pc:sldMk cId="1701005993" sldId="503"/>
            <ac:spMk id="2" creationId="{1CF6DC2E-6679-EEDD-9DE7-5ACE35C56BF8}"/>
          </ac:spMkLst>
        </pc:spChg>
        <pc:spChg chg="mod">
          <ac:chgData name="Mohammed Fasha" userId="cc64f42d-a1a6-4f08-b97b-0c37f877119f" providerId="ADAL" clId="{7E2E8029-2718-4E74-A1E0-5ED48AB79672}" dt="2025-06-04T04:23:10.473" v="458" actId="113"/>
          <ac:spMkLst>
            <pc:docMk/>
            <pc:sldMk cId="1701005993" sldId="503"/>
            <ac:spMk id="3" creationId="{CE94DD62-7712-F673-4050-37B73170FBE9}"/>
          </ac:spMkLst>
        </pc:spChg>
        <pc:spChg chg="add mod">
          <ac:chgData name="Mohammed Fasha" userId="cc64f42d-a1a6-4f08-b97b-0c37f877119f" providerId="ADAL" clId="{7E2E8029-2718-4E74-A1E0-5ED48AB79672}" dt="2025-06-04T04:24:10.379" v="478" actId="179"/>
          <ac:spMkLst>
            <pc:docMk/>
            <pc:sldMk cId="1701005993" sldId="503"/>
            <ac:spMk id="6" creationId="{0861F0C3-407A-736F-0496-DD098530762E}"/>
          </ac:spMkLst>
        </pc:spChg>
        <pc:graphicFrameChg chg="add mod modGraphic">
          <ac:chgData name="Mohammed Fasha" userId="cc64f42d-a1a6-4f08-b97b-0c37f877119f" providerId="ADAL" clId="{7E2E8029-2718-4E74-A1E0-5ED48AB79672}" dt="2025-06-04T04:23:45.763" v="468" actId="1076"/>
          <ac:graphicFrameMkLst>
            <pc:docMk/>
            <pc:sldMk cId="1701005993" sldId="503"/>
            <ac:graphicFrameMk id="4" creationId="{929272D2-53A8-254E-6ED7-DE7A11D2CC58}"/>
          </ac:graphicFrameMkLst>
        </pc:graphicFrameChg>
      </pc:sldChg>
      <pc:sldChg chg="addSp delSp modSp add mod">
        <pc:chgData name="Mohammed Fasha" userId="cc64f42d-a1a6-4f08-b97b-0c37f877119f" providerId="ADAL" clId="{7E2E8029-2718-4E74-A1E0-5ED48AB79672}" dt="2025-06-04T04:25:22.091" v="491" actId="1076"/>
        <pc:sldMkLst>
          <pc:docMk/>
          <pc:sldMk cId="971215272" sldId="504"/>
        </pc:sldMkLst>
        <pc:spChg chg="mod">
          <ac:chgData name="Mohammed Fasha" userId="cc64f42d-a1a6-4f08-b97b-0c37f877119f" providerId="ADAL" clId="{7E2E8029-2718-4E74-A1E0-5ED48AB79672}" dt="2025-06-04T04:24:43.407" v="485" actId="113"/>
          <ac:spMkLst>
            <pc:docMk/>
            <pc:sldMk cId="971215272" sldId="504"/>
            <ac:spMk id="2" creationId="{08BB758F-9395-8D8F-8AEF-5C1A86D3CDF6}"/>
          </ac:spMkLst>
        </pc:spChg>
        <pc:picChg chg="add mod ord">
          <ac:chgData name="Mohammed Fasha" userId="cc64f42d-a1a6-4f08-b97b-0c37f877119f" providerId="ADAL" clId="{7E2E8029-2718-4E74-A1E0-5ED48AB79672}" dt="2025-06-04T04:25:22.091" v="491" actId="1076"/>
          <ac:picMkLst>
            <pc:docMk/>
            <pc:sldMk cId="971215272" sldId="504"/>
            <ac:picMk id="7" creationId="{90E598BF-6790-5FF3-2153-65E216619F23}"/>
          </ac:picMkLst>
        </pc:picChg>
      </pc:sldChg>
      <pc:sldChg chg="addSp delSp modSp add mod">
        <pc:chgData name="Mohammed Fasha" userId="cc64f42d-a1a6-4f08-b97b-0c37f877119f" providerId="ADAL" clId="{7E2E8029-2718-4E74-A1E0-5ED48AB79672}" dt="2025-06-04T04:25:43.648" v="511" actId="20577"/>
        <pc:sldMkLst>
          <pc:docMk/>
          <pc:sldMk cId="4185502721" sldId="505"/>
        </pc:sldMkLst>
        <pc:spChg chg="mod">
          <ac:chgData name="Mohammed Fasha" userId="cc64f42d-a1a6-4f08-b97b-0c37f877119f" providerId="ADAL" clId="{7E2E8029-2718-4E74-A1E0-5ED48AB79672}" dt="2025-06-04T04:25:43.648" v="511" actId="20577"/>
          <ac:spMkLst>
            <pc:docMk/>
            <pc:sldMk cId="4185502721" sldId="505"/>
            <ac:spMk id="2" creationId="{8CE9750B-9646-542B-A26E-A3F5471B77C3}"/>
          </ac:spMkLst>
        </pc:spChg>
        <pc:picChg chg="add mod ord">
          <ac:chgData name="Mohammed Fasha" userId="cc64f42d-a1a6-4f08-b97b-0c37f877119f" providerId="ADAL" clId="{7E2E8029-2718-4E74-A1E0-5ED48AB79672}" dt="2025-06-04T04:25:38.033" v="493" actId="1076"/>
          <ac:picMkLst>
            <pc:docMk/>
            <pc:sldMk cId="4185502721" sldId="505"/>
            <ac:picMk id="5" creationId="{6173A1BF-7DE9-3DB4-F17D-094DF81D6613}"/>
          </ac:picMkLst>
        </pc:picChg>
      </pc:sldChg>
      <pc:sldChg chg="modSp add mod">
        <pc:chgData name="Mohammed Fasha" userId="cc64f42d-a1a6-4f08-b97b-0c37f877119f" providerId="ADAL" clId="{7E2E8029-2718-4E74-A1E0-5ED48AB79672}" dt="2025-06-04T04:26:12.916" v="527" actId="27636"/>
        <pc:sldMkLst>
          <pc:docMk/>
          <pc:sldMk cId="2844287310" sldId="506"/>
        </pc:sldMkLst>
        <pc:spChg chg="mod">
          <ac:chgData name="Mohammed Fasha" userId="cc64f42d-a1a6-4f08-b97b-0c37f877119f" providerId="ADAL" clId="{7E2E8029-2718-4E74-A1E0-5ED48AB79672}" dt="2025-06-04T04:25:58.189" v="519" actId="113"/>
          <ac:spMkLst>
            <pc:docMk/>
            <pc:sldMk cId="2844287310" sldId="506"/>
            <ac:spMk id="2" creationId="{87264AF3-E1E3-51A4-1EE7-88E363D566A3}"/>
          </ac:spMkLst>
        </pc:spChg>
        <pc:spChg chg="mod">
          <ac:chgData name="Mohammed Fasha" userId="cc64f42d-a1a6-4f08-b97b-0c37f877119f" providerId="ADAL" clId="{7E2E8029-2718-4E74-A1E0-5ED48AB79672}" dt="2025-06-04T04:26:12.916" v="527" actId="27636"/>
          <ac:spMkLst>
            <pc:docMk/>
            <pc:sldMk cId="2844287310" sldId="506"/>
            <ac:spMk id="3" creationId="{CEC4C45F-4688-FBA0-DEB2-A1CC64578173}"/>
          </ac:spMkLst>
        </pc:spChg>
      </pc:sldChg>
      <pc:sldChg chg="addSp delSp modSp add mod">
        <pc:chgData name="Mohammed Fasha" userId="cc64f42d-a1a6-4f08-b97b-0c37f877119f" providerId="ADAL" clId="{7E2E8029-2718-4E74-A1E0-5ED48AB79672}" dt="2025-06-04T04:26:44.580" v="589" actId="20577"/>
        <pc:sldMkLst>
          <pc:docMk/>
          <pc:sldMk cId="3868612159" sldId="507"/>
        </pc:sldMkLst>
        <pc:spChg chg="mod">
          <ac:chgData name="Mohammed Fasha" userId="cc64f42d-a1a6-4f08-b97b-0c37f877119f" providerId="ADAL" clId="{7E2E8029-2718-4E74-A1E0-5ED48AB79672}" dt="2025-06-04T04:26:44.580" v="589" actId="20577"/>
          <ac:spMkLst>
            <pc:docMk/>
            <pc:sldMk cId="3868612159" sldId="507"/>
            <ac:spMk id="2" creationId="{375762A6-11CE-742F-158C-A423948997A6}"/>
          </ac:spMkLst>
        </pc:spChg>
        <pc:picChg chg="add mod ord">
          <ac:chgData name="Mohammed Fasha" userId="cc64f42d-a1a6-4f08-b97b-0c37f877119f" providerId="ADAL" clId="{7E2E8029-2718-4E74-A1E0-5ED48AB79672}" dt="2025-06-04T04:26:27.790" v="529" actId="1076"/>
          <ac:picMkLst>
            <pc:docMk/>
            <pc:sldMk cId="3868612159" sldId="507"/>
            <ac:picMk id="5" creationId="{8DA40AEE-6124-E0FB-0451-C4AC748046EC}"/>
          </ac:picMkLst>
        </pc:picChg>
      </pc:sldChg>
      <pc:sldChg chg="modSp add mod">
        <pc:chgData name="Mohammed Fasha" userId="cc64f42d-a1a6-4f08-b97b-0c37f877119f" providerId="ADAL" clId="{7E2E8029-2718-4E74-A1E0-5ED48AB79672}" dt="2025-06-04T04:27:03.112" v="601" actId="5793"/>
        <pc:sldMkLst>
          <pc:docMk/>
          <pc:sldMk cId="2427049635" sldId="508"/>
        </pc:sldMkLst>
        <pc:spChg chg="mod">
          <ac:chgData name="Mohammed Fasha" userId="cc64f42d-a1a6-4f08-b97b-0c37f877119f" providerId="ADAL" clId="{7E2E8029-2718-4E74-A1E0-5ED48AB79672}" dt="2025-06-04T04:26:58.871" v="598" actId="113"/>
          <ac:spMkLst>
            <pc:docMk/>
            <pc:sldMk cId="2427049635" sldId="508"/>
            <ac:spMk id="2" creationId="{5EE94683-572D-0805-78B9-6FC5306BFC21}"/>
          </ac:spMkLst>
        </pc:spChg>
        <pc:spChg chg="mod">
          <ac:chgData name="Mohammed Fasha" userId="cc64f42d-a1a6-4f08-b97b-0c37f877119f" providerId="ADAL" clId="{7E2E8029-2718-4E74-A1E0-5ED48AB79672}" dt="2025-06-04T04:27:03.112" v="601" actId="5793"/>
          <ac:spMkLst>
            <pc:docMk/>
            <pc:sldMk cId="2427049635" sldId="508"/>
            <ac:spMk id="3" creationId="{B80221A7-8329-7CE1-AE2A-64DF32A918AC}"/>
          </ac:spMkLst>
        </pc:spChg>
      </pc:sldChg>
      <pc:sldChg chg="modSp add mod">
        <pc:chgData name="Mohammed Fasha" userId="cc64f42d-a1a6-4f08-b97b-0c37f877119f" providerId="ADAL" clId="{7E2E8029-2718-4E74-A1E0-5ED48AB79672}" dt="2025-06-04T04:27:43.926" v="620" actId="27636"/>
        <pc:sldMkLst>
          <pc:docMk/>
          <pc:sldMk cId="1603662007" sldId="509"/>
        </pc:sldMkLst>
        <pc:spChg chg="mod">
          <ac:chgData name="Mohammed Fasha" userId="cc64f42d-a1a6-4f08-b97b-0c37f877119f" providerId="ADAL" clId="{7E2E8029-2718-4E74-A1E0-5ED48AB79672}" dt="2025-06-04T04:27:15.820" v="609" actId="113"/>
          <ac:spMkLst>
            <pc:docMk/>
            <pc:sldMk cId="1603662007" sldId="509"/>
            <ac:spMk id="2" creationId="{55004C29-6D7C-AE29-01AA-994C3A8EAC55}"/>
          </ac:spMkLst>
        </pc:spChg>
        <pc:spChg chg="mod">
          <ac:chgData name="Mohammed Fasha" userId="cc64f42d-a1a6-4f08-b97b-0c37f877119f" providerId="ADAL" clId="{7E2E8029-2718-4E74-A1E0-5ED48AB79672}" dt="2025-06-04T04:27:43.926" v="620" actId="27636"/>
          <ac:spMkLst>
            <pc:docMk/>
            <pc:sldMk cId="1603662007" sldId="509"/>
            <ac:spMk id="3" creationId="{DD83B888-1F02-5261-6CAA-AAFBAC75E9A3}"/>
          </ac:spMkLst>
        </pc:spChg>
      </pc:sldChg>
      <pc:sldChg chg="modSp add mod">
        <pc:chgData name="Mohammed Fasha" userId="cc64f42d-a1a6-4f08-b97b-0c37f877119f" providerId="ADAL" clId="{7E2E8029-2718-4E74-A1E0-5ED48AB79672}" dt="2025-06-04T04:28:12.516" v="633" actId="5793"/>
        <pc:sldMkLst>
          <pc:docMk/>
          <pc:sldMk cId="2747417129" sldId="510"/>
        </pc:sldMkLst>
        <pc:spChg chg="mod">
          <ac:chgData name="Mohammed Fasha" userId="cc64f42d-a1a6-4f08-b97b-0c37f877119f" providerId="ADAL" clId="{7E2E8029-2718-4E74-A1E0-5ED48AB79672}" dt="2025-06-04T04:27:58.005" v="629" actId="113"/>
          <ac:spMkLst>
            <pc:docMk/>
            <pc:sldMk cId="2747417129" sldId="510"/>
            <ac:spMk id="2" creationId="{58B8A585-EDCB-F1BF-BAB5-C873A3EB06AD}"/>
          </ac:spMkLst>
        </pc:spChg>
        <pc:spChg chg="mod">
          <ac:chgData name="Mohammed Fasha" userId="cc64f42d-a1a6-4f08-b97b-0c37f877119f" providerId="ADAL" clId="{7E2E8029-2718-4E74-A1E0-5ED48AB79672}" dt="2025-06-04T04:28:12.516" v="633" actId="5793"/>
          <ac:spMkLst>
            <pc:docMk/>
            <pc:sldMk cId="2747417129" sldId="510"/>
            <ac:spMk id="3" creationId="{3A0CBA1D-3C2D-C2D5-1430-28D57D310598}"/>
          </ac:spMkLst>
        </pc:spChg>
      </pc:sldChg>
      <pc:sldChg chg="modSp add mod">
        <pc:chgData name="Mohammed Fasha" userId="cc64f42d-a1a6-4f08-b97b-0c37f877119f" providerId="ADAL" clId="{7E2E8029-2718-4E74-A1E0-5ED48AB79672}" dt="2025-06-04T04:28:43.494" v="648" actId="5793"/>
        <pc:sldMkLst>
          <pc:docMk/>
          <pc:sldMk cId="1798126145" sldId="511"/>
        </pc:sldMkLst>
        <pc:spChg chg="mod">
          <ac:chgData name="Mohammed Fasha" userId="cc64f42d-a1a6-4f08-b97b-0c37f877119f" providerId="ADAL" clId="{7E2E8029-2718-4E74-A1E0-5ED48AB79672}" dt="2025-06-04T04:28:24.532" v="641" actId="27636"/>
          <ac:spMkLst>
            <pc:docMk/>
            <pc:sldMk cId="1798126145" sldId="511"/>
            <ac:spMk id="2" creationId="{80E8F853-FCD3-A579-AEB9-A648F1DB23C7}"/>
          </ac:spMkLst>
        </pc:spChg>
        <pc:spChg chg="mod">
          <ac:chgData name="Mohammed Fasha" userId="cc64f42d-a1a6-4f08-b97b-0c37f877119f" providerId="ADAL" clId="{7E2E8029-2718-4E74-A1E0-5ED48AB79672}" dt="2025-06-04T04:28:43.494" v="648" actId="5793"/>
          <ac:spMkLst>
            <pc:docMk/>
            <pc:sldMk cId="1798126145" sldId="511"/>
            <ac:spMk id="3" creationId="{A375DEE9-89C5-A926-94A5-CAA66B30274D}"/>
          </ac:spMkLst>
        </pc:spChg>
      </pc:sldChg>
      <pc:sldChg chg="modSp new del mod ord">
        <pc:chgData name="Mohammed Fasha" userId="cc64f42d-a1a6-4f08-b97b-0c37f877119f" providerId="ADAL" clId="{7E2E8029-2718-4E74-A1E0-5ED48AB79672}" dt="2025-06-07T06:16:24.259" v="2810" actId="47"/>
        <pc:sldMkLst>
          <pc:docMk/>
          <pc:sldMk cId="18889404" sldId="512"/>
        </pc:sldMkLst>
      </pc:sldChg>
      <pc:sldChg chg="modSp new del mod">
        <pc:chgData name="Mohammed Fasha" userId="cc64f42d-a1a6-4f08-b97b-0c37f877119f" providerId="ADAL" clId="{7E2E8029-2718-4E74-A1E0-5ED48AB79672}" dt="2025-06-04T07:34:03.454" v="875" actId="47"/>
        <pc:sldMkLst>
          <pc:docMk/>
          <pc:sldMk cId="1033865034" sldId="512"/>
        </pc:sldMkLst>
      </pc:sldChg>
      <pc:sldChg chg="add del">
        <pc:chgData name="Mohammed Fasha" userId="cc64f42d-a1a6-4f08-b97b-0c37f877119f" providerId="ADAL" clId="{7E2E8029-2718-4E74-A1E0-5ED48AB79672}" dt="2025-06-04T04:28:45.619" v="649" actId="47"/>
        <pc:sldMkLst>
          <pc:docMk/>
          <pc:sldMk cId="3867559169" sldId="512"/>
        </pc:sldMkLst>
      </pc:sldChg>
      <pc:sldChg chg="modSp new mod">
        <pc:chgData name="Mohammed Fasha" userId="cc64f42d-a1a6-4f08-b97b-0c37f877119f" providerId="ADAL" clId="{7E2E8029-2718-4E74-A1E0-5ED48AB79672}" dt="2025-06-07T08:44:23.207" v="4148" actId="20577"/>
        <pc:sldMkLst>
          <pc:docMk/>
          <pc:sldMk cId="1157874150" sldId="513"/>
        </pc:sldMkLst>
        <pc:spChg chg="mod">
          <ac:chgData name="Mohammed Fasha" userId="cc64f42d-a1a6-4f08-b97b-0c37f877119f" providerId="ADAL" clId="{7E2E8029-2718-4E74-A1E0-5ED48AB79672}" dt="2025-06-07T08:44:23.207" v="4148" actId="20577"/>
          <ac:spMkLst>
            <pc:docMk/>
            <pc:sldMk cId="1157874150" sldId="513"/>
            <ac:spMk id="2" creationId="{EE57F7BE-8FAC-3AFD-77D9-ABCE43655ACA}"/>
          </ac:spMkLst>
        </pc:spChg>
        <pc:spChg chg="mod">
          <ac:chgData name="Mohammed Fasha" userId="cc64f42d-a1a6-4f08-b97b-0c37f877119f" providerId="ADAL" clId="{7E2E8029-2718-4E74-A1E0-5ED48AB79672}" dt="2025-06-07T08:38:48.244" v="3874" actId="12"/>
          <ac:spMkLst>
            <pc:docMk/>
            <pc:sldMk cId="1157874150" sldId="513"/>
            <ac:spMk id="3" creationId="{C266D561-3069-D7F3-08E9-AC3AC2AFD102}"/>
          </ac:spMkLst>
        </pc:spChg>
      </pc:sldChg>
      <pc:sldChg chg="add del">
        <pc:chgData name="Mohammed Fasha" userId="cc64f42d-a1a6-4f08-b97b-0c37f877119f" providerId="ADAL" clId="{7E2E8029-2718-4E74-A1E0-5ED48AB79672}" dt="2025-06-07T04:25:02.569" v="1524" actId="47"/>
        <pc:sldMkLst>
          <pc:docMk/>
          <pc:sldMk cId="3392208497" sldId="514"/>
        </pc:sldMkLst>
      </pc:sldChg>
      <pc:sldChg chg="addSp modSp new mod">
        <pc:chgData name="Mohammed Fasha" userId="cc64f42d-a1a6-4f08-b97b-0c37f877119f" providerId="ADAL" clId="{7E2E8029-2718-4E74-A1E0-5ED48AB79672}" dt="2025-06-07T08:48:34.197" v="4283" actId="20577"/>
        <pc:sldMkLst>
          <pc:docMk/>
          <pc:sldMk cId="3589465999" sldId="514"/>
        </pc:sldMkLst>
        <pc:spChg chg="mod">
          <ac:chgData name="Mohammed Fasha" userId="cc64f42d-a1a6-4f08-b97b-0c37f877119f" providerId="ADAL" clId="{7E2E8029-2718-4E74-A1E0-5ED48AB79672}" dt="2025-06-07T08:46:22.445" v="4229"/>
          <ac:spMkLst>
            <pc:docMk/>
            <pc:sldMk cId="3589465999" sldId="514"/>
            <ac:spMk id="2" creationId="{88A29053-B25D-8437-7DDD-113C9833833C}"/>
          </ac:spMkLst>
        </pc:spChg>
        <pc:spChg chg="mod">
          <ac:chgData name="Mohammed Fasha" userId="cc64f42d-a1a6-4f08-b97b-0c37f877119f" providerId="ADAL" clId="{7E2E8029-2718-4E74-A1E0-5ED48AB79672}" dt="2025-06-07T08:48:34.197" v="4283" actId="20577"/>
          <ac:spMkLst>
            <pc:docMk/>
            <pc:sldMk cId="3589465999" sldId="514"/>
            <ac:spMk id="3" creationId="{5B93E470-126F-0470-F370-550A166C8CE3}"/>
          </ac:spMkLst>
        </pc:spChg>
      </pc:sldChg>
      <pc:sldChg chg="modSp new mod">
        <pc:chgData name="Mohammed Fasha" userId="cc64f42d-a1a6-4f08-b97b-0c37f877119f" providerId="ADAL" clId="{7E2E8029-2718-4E74-A1E0-5ED48AB79672}" dt="2025-06-07T08:48:13.280" v="4268" actId="20577"/>
        <pc:sldMkLst>
          <pc:docMk/>
          <pc:sldMk cId="2311531301" sldId="515"/>
        </pc:sldMkLst>
        <pc:spChg chg="mod">
          <ac:chgData name="Mohammed Fasha" userId="cc64f42d-a1a6-4f08-b97b-0c37f877119f" providerId="ADAL" clId="{7E2E8029-2718-4E74-A1E0-5ED48AB79672}" dt="2025-06-07T08:46:16.948" v="4228" actId="20577"/>
          <ac:spMkLst>
            <pc:docMk/>
            <pc:sldMk cId="2311531301" sldId="515"/>
            <ac:spMk id="2" creationId="{DC04C7CB-A0FB-53BD-F5B2-69AE96A0E5A0}"/>
          </ac:spMkLst>
        </pc:spChg>
        <pc:spChg chg="mod">
          <ac:chgData name="Mohammed Fasha" userId="cc64f42d-a1a6-4f08-b97b-0c37f877119f" providerId="ADAL" clId="{7E2E8029-2718-4E74-A1E0-5ED48AB79672}" dt="2025-06-07T08:48:13.280" v="4268" actId="20577"/>
          <ac:spMkLst>
            <pc:docMk/>
            <pc:sldMk cId="2311531301" sldId="515"/>
            <ac:spMk id="3" creationId="{2B689DDF-B48C-5A99-824B-F07E6AA4BC70}"/>
          </ac:spMkLst>
        </pc:spChg>
      </pc:sldChg>
      <pc:sldChg chg="addSp modSp new mod">
        <pc:chgData name="Mohammed Fasha" userId="cc64f42d-a1a6-4f08-b97b-0c37f877119f" providerId="ADAL" clId="{7E2E8029-2718-4E74-A1E0-5ED48AB79672}" dt="2025-06-07T08:49:08.522" v="4324" actId="6549"/>
        <pc:sldMkLst>
          <pc:docMk/>
          <pc:sldMk cId="1201106649" sldId="516"/>
        </pc:sldMkLst>
        <pc:spChg chg="mod">
          <ac:chgData name="Mohammed Fasha" userId="cc64f42d-a1a6-4f08-b97b-0c37f877119f" providerId="ADAL" clId="{7E2E8029-2718-4E74-A1E0-5ED48AB79672}" dt="2025-06-07T08:46:30.562" v="4230"/>
          <ac:spMkLst>
            <pc:docMk/>
            <pc:sldMk cId="1201106649" sldId="516"/>
            <ac:spMk id="2" creationId="{0200F449-8EB2-4A35-0E5D-148ACC5A1F7D}"/>
          </ac:spMkLst>
        </pc:spChg>
        <pc:spChg chg="mod">
          <ac:chgData name="Mohammed Fasha" userId="cc64f42d-a1a6-4f08-b97b-0c37f877119f" providerId="ADAL" clId="{7E2E8029-2718-4E74-A1E0-5ED48AB79672}" dt="2025-06-07T08:48:56.787" v="4298" actId="20577"/>
          <ac:spMkLst>
            <pc:docMk/>
            <pc:sldMk cId="1201106649" sldId="516"/>
            <ac:spMk id="3" creationId="{C0784354-661A-5C14-DFC3-A6A7DCA2C928}"/>
          </ac:spMkLst>
        </pc:spChg>
        <pc:spChg chg="add mod">
          <ac:chgData name="Mohammed Fasha" userId="cc64f42d-a1a6-4f08-b97b-0c37f877119f" providerId="ADAL" clId="{7E2E8029-2718-4E74-A1E0-5ED48AB79672}" dt="2025-06-07T06:12:23.826" v="2756" actId="1076"/>
          <ac:spMkLst>
            <pc:docMk/>
            <pc:sldMk cId="1201106649" sldId="516"/>
            <ac:spMk id="10" creationId="{CBD069FD-7B37-85AA-7C66-0FC15C990DD8}"/>
          </ac:spMkLst>
        </pc:spChg>
        <pc:spChg chg="add mod">
          <ac:chgData name="Mohammed Fasha" userId="cc64f42d-a1a6-4f08-b97b-0c37f877119f" providerId="ADAL" clId="{7E2E8029-2718-4E74-A1E0-5ED48AB79672}" dt="2025-06-07T08:49:08.522" v="4324" actId="6549"/>
          <ac:spMkLst>
            <pc:docMk/>
            <pc:sldMk cId="1201106649" sldId="516"/>
            <ac:spMk id="11" creationId="{0DA6AEBD-CB6D-CBC3-0968-E6D29B4C3B65}"/>
          </ac:spMkLst>
        </pc:spChg>
      </pc:sldChg>
      <pc:sldChg chg="modSp new mod">
        <pc:chgData name="Mohammed Fasha" userId="cc64f42d-a1a6-4f08-b97b-0c37f877119f" providerId="ADAL" clId="{7E2E8029-2718-4E74-A1E0-5ED48AB79672}" dt="2025-06-07T08:47:22.052" v="4243" actId="20577"/>
        <pc:sldMkLst>
          <pc:docMk/>
          <pc:sldMk cId="834475357" sldId="517"/>
        </pc:sldMkLst>
        <pc:spChg chg="mod">
          <ac:chgData name="Mohammed Fasha" userId="cc64f42d-a1a6-4f08-b97b-0c37f877119f" providerId="ADAL" clId="{7E2E8029-2718-4E74-A1E0-5ED48AB79672}" dt="2025-06-07T08:47:22.052" v="4243" actId="20577"/>
          <ac:spMkLst>
            <pc:docMk/>
            <pc:sldMk cId="834475357" sldId="517"/>
            <ac:spMk id="2" creationId="{748EBE3E-0A49-2947-0CEC-18B7160B878C}"/>
          </ac:spMkLst>
        </pc:spChg>
        <pc:spChg chg="mod">
          <ac:chgData name="Mohammed Fasha" userId="cc64f42d-a1a6-4f08-b97b-0c37f877119f" providerId="ADAL" clId="{7E2E8029-2718-4E74-A1E0-5ED48AB79672}" dt="2025-06-07T08:45:44.094" v="4212" actId="20577"/>
          <ac:spMkLst>
            <pc:docMk/>
            <pc:sldMk cId="834475357" sldId="517"/>
            <ac:spMk id="3" creationId="{ACE394C5-CDB7-FD4D-AA66-701E1D158182}"/>
          </ac:spMkLst>
        </pc:spChg>
      </pc:sldChg>
      <pc:sldChg chg="modSp new mod">
        <pc:chgData name="Mohammed Fasha" userId="cc64f42d-a1a6-4f08-b97b-0c37f877119f" providerId="ADAL" clId="{7E2E8029-2718-4E74-A1E0-5ED48AB79672}" dt="2025-06-07T08:47:42.871" v="4256" actId="12"/>
        <pc:sldMkLst>
          <pc:docMk/>
          <pc:sldMk cId="1871645747" sldId="518"/>
        </pc:sldMkLst>
        <pc:spChg chg="mod">
          <ac:chgData name="Mohammed Fasha" userId="cc64f42d-a1a6-4f08-b97b-0c37f877119f" providerId="ADAL" clId="{7E2E8029-2718-4E74-A1E0-5ED48AB79672}" dt="2025-06-07T08:47:39.723" v="4255" actId="313"/>
          <ac:spMkLst>
            <pc:docMk/>
            <pc:sldMk cId="1871645747" sldId="518"/>
            <ac:spMk id="2" creationId="{F8F4BF20-9F6B-53F5-F9C4-82C82044F532}"/>
          </ac:spMkLst>
        </pc:spChg>
        <pc:spChg chg="mod">
          <ac:chgData name="Mohammed Fasha" userId="cc64f42d-a1a6-4f08-b97b-0c37f877119f" providerId="ADAL" clId="{7E2E8029-2718-4E74-A1E0-5ED48AB79672}" dt="2025-06-07T08:47:42.871" v="4256" actId="12"/>
          <ac:spMkLst>
            <pc:docMk/>
            <pc:sldMk cId="1871645747" sldId="518"/>
            <ac:spMk id="3" creationId="{CB07E86B-8195-ABC4-FB51-50C4A2AC39B9}"/>
          </ac:spMkLst>
        </pc:spChg>
      </pc:sldChg>
      <pc:sldChg chg="addSp delSp modSp new mod">
        <pc:chgData name="Mohammed Fasha" userId="cc64f42d-a1a6-4f08-b97b-0c37f877119f" providerId="ADAL" clId="{7E2E8029-2718-4E74-A1E0-5ED48AB79672}" dt="2025-06-07T08:29:27.807" v="3430" actId="14100"/>
        <pc:sldMkLst>
          <pc:docMk/>
          <pc:sldMk cId="1615891368" sldId="519"/>
        </pc:sldMkLst>
        <pc:spChg chg="mod">
          <ac:chgData name="Mohammed Fasha" userId="cc64f42d-a1a6-4f08-b97b-0c37f877119f" providerId="ADAL" clId="{7E2E8029-2718-4E74-A1E0-5ED48AB79672}" dt="2025-06-07T08:10:13.929" v="2997" actId="113"/>
          <ac:spMkLst>
            <pc:docMk/>
            <pc:sldMk cId="1615891368" sldId="519"/>
            <ac:spMk id="2" creationId="{CDF253DF-D172-4E49-1179-4EC354E7691A}"/>
          </ac:spMkLst>
        </pc:spChg>
        <pc:spChg chg="mod">
          <ac:chgData name="Mohammed Fasha" userId="cc64f42d-a1a6-4f08-b97b-0c37f877119f" providerId="ADAL" clId="{7E2E8029-2718-4E74-A1E0-5ED48AB79672}" dt="2025-06-07T08:16:05.569" v="3165" actId="20577"/>
          <ac:spMkLst>
            <pc:docMk/>
            <pc:sldMk cId="1615891368" sldId="519"/>
            <ac:spMk id="3" creationId="{057CA1C0-0DAB-5276-3F82-291A0C687611}"/>
          </ac:spMkLst>
        </pc:spChg>
        <pc:picChg chg="add mod">
          <ac:chgData name="Mohammed Fasha" userId="cc64f42d-a1a6-4f08-b97b-0c37f877119f" providerId="ADAL" clId="{7E2E8029-2718-4E74-A1E0-5ED48AB79672}" dt="2025-06-07T08:29:27.807" v="3430" actId="14100"/>
          <ac:picMkLst>
            <pc:docMk/>
            <pc:sldMk cId="1615891368" sldId="519"/>
            <ac:picMk id="9" creationId="{2B463C3C-4817-5118-D1E1-65181B8D2C18}"/>
          </ac:picMkLst>
        </pc:picChg>
        <pc:picChg chg="add mod">
          <ac:chgData name="Mohammed Fasha" userId="cc64f42d-a1a6-4f08-b97b-0c37f877119f" providerId="ADAL" clId="{7E2E8029-2718-4E74-A1E0-5ED48AB79672}" dt="2025-06-07T08:29:24.940" v="3429" actId="14100"/>
          <ac:picMkLst>
            <pc:docMk/>
            <pc:sldMk cId="1615891368" sldId="519"/>
            <ac:picMk id="10" creationId="{FE62F33E-DC36-69B1-6BA4-3F72051C658C}"/>
          </ac:picMkLst>
        </pc:picChg>
      </pc:sldChg>
      <pc:sldChg chg="modSp new del">
        <pc:chgData name="Mohammed Fasha" userId="cc64f42d-a1a6-4f08-b97b-0c37f877119f" providerId="ADAL" clId="{7E2E8029-2718-4E74-A1E0-5ED48AB79672}" dt="2025-06-07T08:28:45.010" v="3422" actId="47"/>
        <pc:sldMkLst>
          <pc:docMk/>
          <pc:sldMk cId="419552046" sldId="520"/>
        </pc:sldMkLst>
      </pc:sldChg>
      <pc:sldChg chg="addSp delSp modSp new mod">
        <pc:chgData name="Mohammed Fasha" userId="cc64f42d-a1a6-4f08-b97b-0c37f877119f" providerId="ADAL" clId="{7E2E8029-2718-4E74-A1E0-5ED48AB79672}" dt="2025-06-07T08:31:16.721" v="3464" actId="14100"/>
        <pc:sldMkLst>
          <pc:docMk/>
          <pc:sldMk cId="2082955467" sldId="521"/>
        </pc:sldMkLst>
        <pc:spChg chg="mod">
          <ac:chgData name="Mohammed Fasha" userId="cc64f42d-a1a6-4f08-b97b-0c37f877119f" providerId="ADAL" clId="{7E2E8029-2718-4E74-A1E0-5ED48AB79672}" dt="2025-06-07T08:18:12.233" v="3235" actId="27636"/>
          <ac:spMkLst>
            <pc:docMk/>
            <pc:sldMk cId="2082955467" sldId="521"/>
            <ac:spMk id="2" creationId="{489FECB8-FCF6-A050-9BBB-E134B97CF3AE}"/>
          </ac:spMkLst>
        </pc:spChg>
        <pc:picChg chg="add mod ord">
          <ac:chgData name="Mohammed Fasha" userId="cc64f42d-a1a6-4f08-b97b-0c37f877119f" providerId="ADAL" clId="{7E2E8029-2718-4E74-A1E0-5ED48AB79672}" dt="2025-06-07T08:31:16.721" v="3464" actId="14100"/>
          <ac:picMkLst>
            <pc:docMk/>
            <pc:sldMk cId="2082955467" sldId="521"/>
            <ac:picMk id="5" creationId="{C0C1BF33-37AE-890B-AB47-D6E68F7B9BFC}"/>
          </ac:picMkLst>
        </pc:picChg>
      </pc:sldChg>
      <pc:sldChg chg="modSp new mod">
        <pc:chgData name="Mohammed Fasha" userId="cc64f42d-a1a6-4f08-b97b-0c37f877119f" providerId="ADAL" clId="{7E2E8029-2718-4E74-A1E0-5ED48AB79672}" dt="2025-06-07T08:29:46.233" v="3452" actId="113"/>
        <pc:sldMkLst>
          <pc:docMk/>
          <pc:sldMk cId="536899377" sldId="522"/>
        </pc:sldMkLst>
        <pc:spChg chg="mod">
          <ac:chgData name="Mohammed Fasha" userId="cc64f42d-a1a6-4f08-b97b-0c37f877119f" providerId="ADAL" clId="{7E2E8029-2718-4E74-A1E0-5ED48AB79672}" dt="2025-06-07T08:29:46.233" v="3452" actId="113"/>
          <ac:spMkLst>
            <pc:docMk/>
            <pc:sldMk cId="536899377" sldId="522"/>
            <ac:spMk id="2" creationId="{099EFF2A-E4FB-E985-9516-7380C10C3A5C}"/>
          </ac:spMkLst>
        </pc:spChg>
        <pc:spChg chg="mod">
          <ac:chgData name="Mohammed Fasha" userId="cc64f42d-a1a6-4f08-b97b-0c37f877119f" providerId="ADAL" clId="{7E2E8029-2718-4E74-A1E0-5ED48AB79672}" dt="2025-06-07T08:28:29.256" v="3420" actId="15"/>
          <ac:spMkLst>
            <pc:docMk/>
            <pc:sldMk cId="536899377" sldId="522"/>
            <ac:spMk id="3" creationId="{9F9BEA77-D725-A9DA-8D5E-654454000EAA}"/>
          </ac:spMkLst>
        </pc:spChg>
      </pc:sldChg>
      <pc:sldChg chg="addSp modSp add mod">
        <pc:chgData name="Mohammed Fasha" userId="cc64f42d-a1a6-4f08-b97b-0c37f877119f" providerId="ADAL" clId="{7E2E8029-2718-4E74-A1E0-5ED48AB79672}" dt="2025-06-07T08:44:01.627" v="4108"/>
        <pc:sldMkLst>
          <pc:docMk/>
          <pc:sldMk cId="221849213" sldId="523"/>
        </pc:sldMkLst>
        <pc:spChg chg="mod">
          <ac:chgData name="Mohammed Fasha" userId="cc64f42d-a1a6-4f08-b97b-0c37f877119f" providerId="ADAL" clId="{7E2E8029-2718-4E74-A1E0-5ED48AB79672}" dt="2025-06-07T08:44:01.627" v="4108"/>
          <ac:spMkLst>
            <pc:docMk/>
            <pc:sldMk cId="221849213" sldId="523"/>
            <ac:spMk id="2" creationId="{C891713C-1D56-EE07-D7AC-E1ABB9A11CF2}"/>
          </ac:spMkLst>
        </pc:spChg>
        <pc:spChg chg="mod">
          <ac:chgData name="Mohammed Fasha" userId="cc64f42d-a1a6-4f08-b97b-0c37f877119f" providerId="ADAL" clId="{7E2E8029-2718-4E74-A1E0-5ED48AB79672}" dt="2025-06-07T08:41:46.750" v="3938" actId="1076"/>
          <ac:spMkLst>
            <pc:docMk/>
            <pc:sldMk cId="221849213" sldId="523"/>
            <ac:spMk id="3" creationId="{E709E64B-7903-0471-06AE-02B20D3C3398}"/>
          </ac:spMkLst>
        </pc:spChg>
        <pc:picChg chg="add mod">
          <ac:chgData name="Mohammed Fasha" userId="cc64f42d-a1a6-4f08-b97b-0c37f877119f" providerId="ADAL" clId="{7E2E8029-2718-4E74-A1E0-5ED48AB79672}" dt="2025-06-07T08:41:49.968" v="3939" actId="14100"/>
          <ac:picMkLst>
            <pc:docMk/>
            <pc:sldMk cId="221849213" sldId="523"/>
            <ac:picMk id="5" creationId="{6593D4BD-EB64-CE6E-FAC3-571FA0C7A579}"/>
          </ac:picMkLst>
        </pc:picChg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354701919" sldId="588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772982877" sldId="590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4013144202" sldId="591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4204510001" sldId="592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503045661" sldId="593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474268344" sldId="596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4148675757" sldId="597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392152533" sldId="598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480194047" sldId="599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146452721" sldId="600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244541146" sldId="601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659845697" sldId="602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464207026" sldId="603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4283467534" sldId="604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972625976" sldId="707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2004852" sldId="708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555545871" sldId="719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150550060" sldId="720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915229598" sldId="721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417524918" sldId="722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18477773" sldId="723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056700689" sldId="724"/>
        </pc:sldMkLst>
      </pc:sldChg>
    </pc:docChg>
  </pc:docChgLst>
  <pc:docChgLst>
    <pc:chgData name="Mohammed Fasha" userId="cc64f42d-a1a6-4f08-b97b-0c37f877119f" providerId="ADAL" clId="{5980B3BB-4EB6-4E37-92BF-3A2A8F4B2C7A}"/>
    <pc:docChg chg="custSel modSld">
      <pc:chgData name="Mohammed Fasha" userId="cc64f42d-a1a6-4f08-b97b-0c37f877119f" providerId="ADAL" clId="{5980B3BB-4EB6-4E37-92BF-3A2A8F4B2C7A}" dt="2024-10-15T02:28:13.535" v="0" actId="478"/>
      <pc:docMkLst>
        <pc:docMk/>
      </pc:docMkLst>
      <pc:sldChg chg="delSp mod">
        <pc:chgData name="Mohammed Fasha" userId="cc64f42d-a1a6-4f08-b97b-0c37f877119f" providerId="ADAL" clId="{5980B3BB-4EB6-4E37-92BF-3A2A8F4B2C7A}" dt="2024-10-15T02:28:13.535" v="0" actId="478"/>
        <pc:sldMkLst>
          <pc:docMk/>
          <pc:sldMk cId="2297456757" sldId="483"/>
        </pc:sldMkLst>
      </pc:sldChg>
    </pc:docChg>
  </pc:docChgLst>
  <pc:docChgLst>
    <pc:chgData name="Mohammed Fasha" userId="cc64f42d-a1a6-4f08-b97b-0c37f877119f" providerId="ADAL" clId="{25C05559-E4DC-4EE1-91BC-1444D09EE869}"/>
    <pc:docChg chg="undo custSel addSld delSld modSld sldOrd">
      <pc:chgData name="Mohammed Fasha" userId="cc64f42d-a1a6-4f08-b97b-0c37f877119f" providerId="ADAL" clId="{25C05559-E4DC-4EE1-91BC-1444D09EE869}" dt="2025-04-30T07:51:18.812" v="264" actId="47"/>
      <pc:docMkLst>
        <pc:docMk/>
      </pc:docMkLst>
      <pc:sldChg chg="modSp mod">
        <pc:chgData name="Mohammed Fasha" userId="cc64f42d-a1a6-4f08-b97b-0c37f877119f" providerId="ADAL" clId="{25C05559-E4DC-4EE1-91BC-1444D09EE869}" dt="2025-04-16T06:14:55.232" v="16" actId="1076"/>
        <pc:sldMkLst>
          <pc:docMk/>
          <pc:sldMk cId="1499958888" sldId="394"/>
        </pc:sldMkLst>
      </pc:sldChg>
      <pc:sldChg chg="delSp modSp mod delAnim">
        <pc:chgData name="Mohammed Fasha" userId="cc64f42d-a1a6-4f08-b97b-0c37f877119f" providerId="ADAL" clId="{25C05559-E4DC-4EE1-91BC-1444D09EE869}" dt="2025-04-16T06:43:36.666" v="20" actId="478"/>
        <pc:sldMkLst>
          <pc:docMk/>
          <pc:sldMk cId="2905491798" sldId="440"/>
        </pc:sldMkLst>
      </pc:sldChg>
      <pc:sldChg chg="modSp mod">
        <pc:chgData name="Mohammed Fasha" userId="cc64f42d-a1a6-4f08-b97b-0c37f877119f" providerId="ADAL" clId="{25C05559-E4DC-4EE1-91BC-1444D09EE869}" dt="2025-04-09T06:23:26.187" v="0" actId="20577"/>
        <pc:sldMkLst>
          <pc:docMk/>
          <pc:sldMk cId="2297456757" sldId="483"/>
        </pc:sldMkLst>
      </pc:sldChg>
      <pc:sldChg chg="ord">
        <pc:chgData name="Mohammed Fasha" userId="cc64f42d-a1a6-4f08-b97b-0c37f877119f" providerId="ADAL" clId="{25C05559-E4DC-4EE1-91BC-1444D09EE869}" dt="2025-04-16T06:46:21.733" v="23" actId="20578"/>
        <pc:sldMkLst>
          <pc:docMk/>
          <pc:sldMk cId="3480194047" sldId="599"/>
        </pc:sldMkLst>
      </pc:sldChg>
      <pc:sldChg chg="modSp mod">
        <pc:chgData name="Mohammed Fasha" userId="cc64f42d-a1a6-4f08-b97b-0c37f877119f" providerId="ADAL" clId="{25C05559-E4DC-4EE1-91BC-1444D09EE869}" dt="2025-04-16T06:46:47.902" v="27" actId="404"/>
        <pc:sldMkLst>
          <pc:docMk/>
          <pc:sldMk cId="3146452721" sldId="600"/>
        </pc:sldMkLst>
      </pc:sldChg>
      <pc:sldChg chg="delSp mod">
        <pc:chgData name="Mohammed Fasha" userId="cc64f42d-a1a6-4f08-b97b-0c37f877119f" providerId="ADAL" clId="{25C05559-E4DC-4EE1-91BC-1444D09EE869}" dt="2025-04-16T06:47:57.131" v="35" actId="21"/>
        <pc:sldMkLst>
          <pc:docMk/>
          <pc:sldMk cId="202107314" sldId="647"/>
        </pc:sldMkLst>
      </pc:sldChg>
      <pc:sldChg chg="modSp mod">
        <pc:chgData name="Mohammed Fasha" userId="cc64f42d-a1a6-4f08-b97b-0c37f877119f" providerId="ADAL" clId="{25C05559-E4DC-4EE1-91BC-1444D09EE869}" dt="2025-04-16T06:48:42.467" v="40" actId="14100"/>
        <pc:sldMkLst>
          <pc:docMk/>
          <pc:sldMk cId="3454522070" sldId="679"/>
        </pc:sldMkLst>
      </pc:sldChg>
      <pc:sldChg chg="modSp mod">
        <pc:chgData name="Mohammed Fasha" userId="cc64f42d-a1a6-4f08-b97b-0c37f877119f" providerId="ADAL" clId="{25C05559-E4DC-4EE1-91BC-1444D09EE869}" dt="2025-04-16T06:49:10.468" v="48" actId="404"/>
        <pc:sldMkLst>
          <pc:docMk/>
          <pc:sldMk cId="2856814121" sldId="681"/>
        </pc:sldMkLst>
      </pc:sldChg>
      <pc:sldChg chg="modSp mod">
        <pc:chgData name="Mohammed Fasha" userId="cc64f42d-a1a6-4f08-b97b-0c37f877119f" providerId="ADAL" clId="{25C05559-E4DC-4EE1-91BC-1444D09EE869}" dt="2025-04-16T06:48:55.287" v="46" actId="27636"/>
        <pc:sldMkLst>
          <pc:docMk/>
          <pc:sldMk cId="265576630" sldId="698"/>
        </pc:sldMkLst>
      </pc:sldChg>
      <pc:sldChg chg="modSp">
        <pc:chgData name="Mohammed Fasha" userId="cc64f42d-a1a6-4f08-b97b-0c37f877119f" providerId="ADAL" clId="{25C05559-E4DC-4EE1-91BC-1444D09EE869}" dt="2025-04-16T06:48:02.658" v="36" actId="1076"/>
        <pc:sldMkLst>
          <pc:docMk/>
          <pc:sldMk cId="3085160177" sldId="704"/>
        </pc:sldMkLst>
      </pc:sldChg>
      <pc:sldChg chg="modSp mod">
        <pc:chgData name="Mohammed Fasha" userId="cc64f42d-a1a6-4f08-b97b-0c37f877119f" providerId="ADAL" clId="{25C05559-E4DC-4EE1-91BC-1444D09EE869}" dt="2025-04-16T06:47:18.630" v="34" actId="1076"/>
        <pc:sldMkLst>
          <pc:docMk/>
          <pc:sldMk cId="32004852" sldId="708"/>
        </pc:sldMkLst>
      </pc:sldChg>
      <pc:sldChg chg="addSp delSp modSp mod">
        <pc:chgData name="Mohammed Fasha" userId="cc64f42d-a1a6-4f08-b97b-0c37f877119f" providerId="ADAL" clId="{25C05559-E4DC-4EE1-91BC-1444D09EE869}" dt="2025-04-16T06:14:10.424" v="11" actId="167"/>
        <pc:sldMkLst>
          <pc:docMk/>
          <pc:sldMk cId="3150550060" sldId="720"/>
        </pc:sldMkLst>
      </pc:sldChg>
      <pc:sldChg chg="addSp modSp new mod">
        <pc:chgData name="Mohammed Fasha" userId="cc64f42d-a1a6-4f08-b97b-0c37f877119f" providerId="ADAL" clId="{25C05559-E4DC-4EE1-91BC-1444D09EE869}" dt="2025-04-30T06:40:50.224" v="212" actId="6549"/>
        <pc:sldMkLst>
          <pc:docMk/>
          <pc:sldMk cId="666527140" sldId="725"/>
        </pc:sldMkLst>
      </pc:sldChg>
      <pc:sldChg chg="addSp delSp modSp new mod">
        <pc:chgData name="Mohammed Fasha" userId="cc64f42d-a1a6-4f08-b97b-0c37f877119f" providerId="ADAL" clId="{25C05559-E4DC-4EE1-91BC-1444D09EE869}" dt="2025-04-30T07:05:36.135" v="263" actId="122"/>
        <pc:sldMkLst>
          <pc:docMk/>
          <pc:sldMk cId="3660604927" sldId="726"/>
        </pc:sldMkLst>
      </pc:sldChg>
      <pc:sldChg chg="add del">
        <pc:chgData name="Mohammed Fasha" userId="cc64f42d-a1a6-4f08-b97b-0c37f877119f" providerId="ADAL" clId="{25C05559-E4DC-4EE1-91BC-1444D09EE869}" dt="2025-04-30T07:51:18.812" v="264" actId="47"/>
        <pc:sldMkLst>
          <pc:docMk/>
          <pc:sldMk cId="2399550384" sldId="727"/>
        </pc:sldMkLst>
      </pc:sldChg>
      <pc:sldChg chg="modSp add mod ord">
        <pc:chgData name="Mohammed Fasha" userId="cc64f42d-a1a6-4f08-b97b-0c37f877119f" providerId="ADAL" clId="{25C05559-E4DC-4EE1-91BC-1444D09EE869}" dt="2025-04-30T06:47:23.280" v="238" actId="20577"/>
        <pc:sldMkLst>
          <pc:docMk/>
          <pc:sldMk cId="4051640529" sldId="728"/>
        </pc:sldMkLst>
      </pc:sldChg>
    </pc:docChg>
  </pc:docChgLst>
  <pc:docChgLst>
    <pc:chgData name="Mohammed Fasha" userId="cc64f42d-a1a6-4f08-b97b-0c37f877119f" providerId="ADAL" clId="{2E5FBF59-3168-4932-9518-582502FE1AD5}"/>
    <pc:docChg chg="undo custSel delSld modSld">
      <pc:chgData name="Mohammed Fasha" userId="cc64f42d-a1a6-4f08-b97b-0c37f877119f" providerId="ADAL" clId="{2E5FBF59-3168-4932-9518-582502FE1AD5}" dt="2024-12-24T08:08:19.987" v="550" actId="20577"/>
      <pc:docMkLst>
        <pc:docMk/>
      </pc:docMkLst>
      <pc:sldChg chg="delSp">
        <pc:chgData name="Mohammed Fasha" userId="cc64f42d-a1a6-4f08-b97b-0c37f877119f" providerId="ADAL" clId="{2E5FBF59-3168-4932-9518-582502FE1AD5}" dt="2024-11-19T07:40:47.121" v="208" actId="478"/>
        <pc:sldMkLst>
          <pc:docMk/>
          <pc:sldMk cId="391491219" sldId="428"/>
        </pc:sldMkLst>
      </pc:sldChg>
      <pc:sldChg chg="modSp">
        <pc:chgData name="Mohammed Fasha" userId="cc64f42d-a1a6-4f08-b97b-0c37f877119f" providerId="ADAL" clId="{2E5FBF59-3168-4932-9518-582502FE1AD5}" dt="2024-12-03T07:43:58.007" v="456" actId="1076"/>
        <pc:sldMkLst>
          <pc:docMk/>
          <pc:sldMk cId="3339445507" sldId="430"/>
        </pc:sldMkLst>
      </pc:sldChg>
      <pc:sldChg chg="modSp">
        <pc:chgData name="Mohammed Fasha" userId="cc64f42d-a1a6-4f08-b97b-0c37f877119f" providerId="ADAL" clId="{2E5FBF59-3168-4932-9518-582502FE1AD5}" dt="2024-12-03T07:45:08.136" v="474" actId="20577"/>
        <pc:sldMkLst>
          <pc:docMk/>
          <pc:sldMk cId="3389046835" sldId="431"/>
        </pc:sldMkLst>
      </pc:sldChg>
      <pc:sldChg chg="modSp">
        <pc:chgData name="Mohammed Fasha" userId="cc64f42d-a1a6-4f08-b97b-0c37f877119f" providerId="ADAL" clId="{2E5FBF59-3168-4932-9518-582502FE1AD5}" dt="2024-11-10T06:33:09.727" v="37" actId="207"/>
        <pc:sldMkLst>
          <pc:docMk/>
          <pc:sldMk cId="2726994946" sldId="479"/>
        </pc:sldMkLst>
      </pc:sldChg>
      <pc:sldChg chg="modSp">
        <pc:chgData name="Mohammed Fasha" userId="cc64f42d-a1a6-4f08-b97b-0c37f877119f" providerId="ADAL" clId="{2E5FBF59-3168-4932-9518-582502FE1AD5}" dt="2024-11-19T07:44:28.766" v="211" actId="20577"/>
        <pc:sldMkLst>
          <pc:docMk/>
          <pc:sldMk cId="2297456757" sldId="483"/>
        </pc:sldMkLst>
      </pc:sldChg>
      <pc:sldChg chg="modSp">
        <pc:chgData name="Mohammed Fasha" userId="cc64f42d-a1a6-4f08-b97b-0c37f877119f" providerId="ADAL" clId="{2E5FBF59-3168-4932-9518-582502FE1AD5}" dt="2024-11-10T06:45:09.392" v="40" actId="20577"/>
        <pc:sldMkLst>
          <pc:docMk/>
          <pc:sldMk cId="3474268344" sldId="596"/>
        </pc:sldMkLst>
      </pc:sldChg>
      <pc:sldChg chg="modSp">
        <pc:chgData name="Mohammed Fasha" userId="cc64f42d-a1a6-4f08-b97b-0c37f877119f" providerId="ADAL" clId="{2E5FBF59-3168-4932-9518-582502FE1AD5}" dt="2024-12-03T07:47:21.561" v="476" actId="6549"/>
        <pc:sldMkLst>
          <pc:docMk/>
          <pc:sldMk cId="399592497" sldId="613"/>
        </pc:sldMkLst>
      </pc:sldChg>
      <pc:sldChg chg="modSp">
        <pc:chgData name="Mohammed Fasha" userId="cc64f42d-a1a6-4f08-b97b-0c37f877119f" providerId="ADAL" clId="{2E5FBF59-3168-4932-9518-582502FE1AD5}" dt="2024-12-03T07:49:02.980" v="478" actId="207"/>
        <pc:sldMkLst>
          <pc:docMk/>
          <pc:sldMk cId="3329135496" sldId="617"/>
        </pc:sldMkLst>
      </pc:sldChg>
      <pc:sldChg chg="modSp">
        <pc:chgData name="Mohammed Fasha" userId="cc64f42d-a1a6-4f08-b97b-0c37f877119f" providerId="ADAL" clId="{2E5FBF59-3168-4932-9518-582502FE1AD5}" dt="2024-12-24T08:05:16.608" v="482" actId="403"/>
        <pc:sldMkLst>
          <pc:docMk/>
          <pc:sldMk cId="2990045589" sldId="659"/>
        </pc:sldMkLst>
      </pc:sldChg>
      <pc:sldChg chg="modSp">
        <pc:chgData name="Mohammed Fasha" userId="cc64f42d-a1a6-4f08-b97b-0c37f877119f" providerId="ADAL" clId="{2E5FBF59-3168-4932-9518-582502FE1AD5}" dt="2024-12-24T08:08:19.987" v="550" actId="20577"/>
        <pc:sldMkLst>
          <pc:docMk/>
          <pc:sldMk cId="2680231355" sldId="669"/>
        </pc:sldMkLst>
      </pc:sldChg>
      <pc:sldChg chg="addSp modSp">
        <pc:chgData name="Mohammed Fasha" userId="cc64f42d-a1a6-4f08-b97b-0c37f877119f" providerId="ADAL" clId="{2E5FBF59-3168-4932-9518-582502FE1AD5}" dt="2024-12-24T08:05:52.910" v="488" actId="1076"/>
        <pc:sldMkLst>
          <pc:docMk/>
          <pc:sldMk cId="916102856" sldId="685"/>
        </pc:sldMkLst>
      </pc:sldChg>
      <pc:sldChg chg="modSp">
        <pc:chgData name="Mohammed Fasha" userId="cc64f42d-a1a6-4f08-b97b-0c37f877119f" providerId="ADAL" clId="{2E5FBF59-3168-4932-9518-582502FE1AD5}" dt="2024-11-19T07:03:29.557" v="206" actId="207"/>
        <pc:sldMkLst>
          <pc:docMk/>
          <pc:sldMk cId="32004852" sldId="708"/>
        </pc:sldMkLst>
      </pc:sldChg>
    </pc:docChg>
  </pc:docChgLst>
  <pc:docChgLst>
    <pc:chgData name="Mohammed Fasha" userId="cc64f42d-a1a6-4f08-b97b-0c37f877119f" providerId="ADAL" clId="{19B6BCF0-69C5-47B4-98CC-B0941D29A039}"/>
    <pc:docChg chg="undo redo custSel addSld delSld modSld sldOrd modMainMaster">
      <pc:chgData name="Mohammed Fasha" userId="cc64f42d-a1a6-4f08-b97b-0c37f877119f" providerId="ADAL" clId="{19B6BCF0-69C5-47B4-98CC-B0941D29A039}" dt="2025-04-09T04:34:39.336" v="631" actId="1076"/>
      <pc:docMkLst>
        <pc:docMk/>
      </pc:docMkLst>
      <pc:sldChg chg="modSp mod">
        <pc:chgData name="Mohammed Fasha" userId="cc64f42d-a1a6-4f08-b97b-0c37f877119f" providerId="ADAL" clId="{19B6BCF0-69C5-47B4-98CC-B0941D29A039}" dt="2025-04-09T04:33:31.242" v="608" actId="27636"/>
        <pc:sldMkLst>
          <pc:docMk/>
          <pc:sldMk cId="3241718055" sldId="344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852804652" sldId="396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2127906749" sldId="427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339445507" sldId="430"/>
        </pc:sldMkLst>
      </pc:sldChg>
      <pc:sldChg chg="addSp delSp modSp mod">
        <pc:chgData name="Mohammed Fasha" userId="cc64f42d-a1a6-4f08-b97b-0c37f877119f" providerId="ADAL" clId="{19B6BCF0-69C5-47B4-98CC-B0941D29A039}" dt="2025-04-09T04:16:36.518" v="433" actId="1076"/>
        <pc:sldMkLst>
          <pc:docMk/>
          <pc:sldMk cId="1210803598" sldId="478"/>
        </pc:sldMkLst>
      </pc:sldChg>
      <pc:sldChg chg="modSp mod">
        <pc:chgData name="Mohammed Fasha" userId="cc64f42d-a1a6-4f08-b97b-0c37f877119f" providerId="ADAL" clId="{19B6BCF0-69C5-47B4-98CC-B0941D29A039}" dt="2025-04-07T04:00:51.916" v="22" actId="207"/>
        <pc:sldMkLst>
          <pc:docMk/>
          <pc:sldMk cId="1772982877" sldId="590"/>
        </pc:sldMkLst>
      </pc:sldChg>
      <pc:sldChg chg="modSp mod chgLayout">
        <pc:chgData name="Mohammed Fasha" userId="cc64f42d-a1a6-4f08-b97b-0c37f877119f" providerId="ADAL" clId="{19B6BCF0-69C5-47B4-98CC-B0941D29A039}" dt="2025-04-09T04:26:31.177" v="523" actId="700"/>
        <pc:sldMkLst>
          <pc:docMk/>
          <pc:sldMk cId="4204510001" sldId="592"/>
        </pc:sldMkLst>
      </pc:sldChg>
      <pc:sldChg chg="modSp mod chgLayout">
        <pc:chgData name="Mohammed Fasha" userId="cc64f42d-a1a6-4f08-b97b-0c37f877119f" providerId="ADAL" clId="{19B6BCF0-69C5-47B4-98CC-B0941D29A039}" dt="2025-04-09T04:24:52.300" v="492" actId="700"/>
        <pc:sldMkLst>
          <pc:docMk/>
          <pc:sldMk cId="1503045661" sldId="593"/>
        </pc:sldMkLst>
      </pc:sldChg>
      <pc:sldChg chg="addSp delSp modSp mod">
        <pc:chgData name="Mohammed Fasha" userId="cc64f42d-a1a6-4f08-b97b-0c37f877119f" providerId="ADAL" clId="{19B6BCF0-69C5-47B4-98CC-B0941D29A039}" dt="2025-04-09T04:14:48.624" v="428" actId="1076"/>
        <pc:sldMkLst>
          <pc:docMk/>
          <pc:sldMk cId="3474268344" sldId="596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627652750" sldId="615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839834530" sldId="621"/>
        </pc:sldMkLst>
      </pc:sldChg>
      <pc:sldChg chg="modSp mod">
        <pc:chgData name="Mohammed Fasha" userId="cc64f42d-a1a6-4f08-b97b-0c37f877119f" providerId="ADAL" clId="{19B6BCF0-69C5-47B4-98CC-B0941D29A039}" dt="2025-04-09T04:26:32.504" v="525" actId="404"/>
        <pc:sldMkLst>
          <pc:docMk/>
          <pc:sldMk cId="662689605" sldId="649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942060319" sldId="650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916802035" sldId="651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2892622100" sldId="655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2680231355" sldId="669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620993364" sldId="672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2004852" sldId="708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096386322" sldId="715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784058309" sldId="716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139017106" sldId="717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043812923" sldId="718"/>
        </pc:sldMkLst>
      </pc:sldChg>
      <pc:sldChg chg="addSp delSp modSp new add del mod">
        <pc:chgData name="Mohammed Fasha" userId="cc64f42d-a1a6-4f08-b97b-0c37f877119f" providerId="ADAL" clId="{19B6BCF0-69C5-47B4-98CC-B0941D29A039}" dt="2025-04-09T04:34:39.336" v="631" actId="1076"/>
        <pc:sldMkLst>
          <pc:docMk/>
          <pc:sldMk cId="555545871" sldId="719"/>
        </pc:sldMkLst>
      </pc:sldChg>
      <pc:sldChg chg="addSp delSp modSp new del mod">
        <pc:chgData name="Mohammed Fasha" userId="cc64f42d-a1a6-4f08-b97b-0c37f877119f" providerId="ADAL" clId="{19B6BCF0-69C5-47B4-98CC-B0941D29A039}" dt="2025-04-07T04:08:55.256" v="104" actId="2696"/>
        <pc:sldMkLst>
          <pc:docMk/>
          <pc:sldMk cId="2947275043" sldId="720"/>
        </pc:sldMkLst>
      </pc:sldChg>
      <pc:sldChg chg="addSp delSp modSp add del mod ord">
        <pc:chgData name="Mohammed Fasha" userId="cc64f42d-a1a6-4f08-b97b-0c37f877119f" providerId="ADAL" clId="{19B6BCF0-69C5-47B4-98CC-B0941D29A039}" dt="2025-04-09T04:32:45.968" v="563" actId="2696"/>
        <pc:sldMkLst>
          <pc:docMk/>
          <pc:sldMk cId="3150113204" sldId="720"/>
        </pc:sldMkLst>
      </pc:sldChg>
      <pc:sldChg chg="modSp add mod">
        <pc:chgData name="Mohammed Fasha" userId="cc64f42d-a1a6-4f08-b97b-0c37f877119f" providerId="ADAL" clId="{19B6BCF0-69C5-47B4-98CC-B0941D29A039}" dt="2025-04-09T04:33:34.769" v="611" actId="27636"/>
        <pc:sldMkLst>
          <pc:docMk/>
          <pc:sldMk cId="3150550060" sldId="720"/>
        </pc:sldMkLst>
      </pc:sldChg>
      <pc:sldChg chg="add">
        <pc:chgData name="Mohammed Fasha" userId="cc64f42d-a1a6-4f08-b97b-0c37f877119f" providerId="ADAL" clId="{19B6BCF0-69C5-47B4-98CC-B0941D29A039}" dt="2025-04-09T04:33:17.533" v="605"/>
        <pc:sldMkLst>
          <pc:docMk/>
          <pc:sldMk cId="1915229598" sldId="721"/>
        </pc:sldMkLst>
      </pc:sldChg>
      <pc:sldChg chg="addSp delSp modSp new del mod">
        <pc:chgData name="Mohammed Fasha" userId="cc64f42d-a1a6-4f08-b97b-0c37f877119f" providerId="ADAL" clId="{19B6BCF0-69C5-47B4-98CC-B0941D29A039}" dt="2025-04-09T04:32:45.968" v="563" actId="2696"/>
        <pc:sldMkLst>
          <pc:docMk/>
          <pc:sldMk cId="4183243958" sldId="721"/>
        </pc:sldMkLst>
      </pc:sldChg>
      <pc:sldChg chg="modSp new del mod">
        <pc:chgData name="Mohammed Fasha" userId="cc64f42d-a1a6-4f08-b97b-0c37f877119f" providerId="ADAL" clId="{19B6BCF0-69C5-47B4-98CC-B0941D29A039}" dt="2025-04-07T04:12:17.364" v="158" actId="680"/>
        <pc:sldMkLst>
          <pc:docMk/>
          <pc:sldMk cId="3245137052" sldId="722"/>
        </pc:sldMkLst>
      </pc:sldChg>
      <pc:sldChg chg="modSp new mod">
        <pc:chgData name="Mohammed Fasha" userId="cc64f42d-a1a6-4f08-b97b-0c37f877119f" providerId="ADAL" clId="{19B6BCF0-69C5-47B4-98CC-B0941D29A039}" dt="2025-04-07T04:19:02.971" v="311" actId="404"/>
        <pc:sldMkLst>
          <pc:docMk/>
          <pc:sldMk cId="3417524918" sldId="722"/>
        </pc:sldMkLst>
      </pc:sldChg>
      <pc:sldChg chg="modSp new del mod">
        <pc:chgData name="Mohammed Fasha" userId="cc64f42d-a1a6-4f08-b97b-0c37f877119f" providerId="ADAL" clId="{19B6BCF0-69C5-47B4-98CC-B0941D29A039}" dt="2025-04-09T04:00:40.794" v="375" actId="47"/>
        <pc:sldMkLst>
          <pc:docMk/>
          <pc:sldMk cId="180109985" sldId="723"/>
        </pc:sldMkLst>
      </pc:sldChg>
      <pc:sldChg chg="addSp delSp modSp new mod modClrScheme chgLayout">
        <pc:chgData name="Mohammed Fasha" userId="cc64f42d-a1a6-4f08-b97b-0c37f877119f" providerId="ADAL" clId="{19B6BCF0-69C5-47B4-98CC-B0941D29A039}" dt="2025-04-09T04:33:02.362" v="604" actId="20577"/>
        <pc:sldMkLst>
          <pc:docMk/>
          <pc:sldMk cId="218477773" sldId="723"/>
        </pc:sldMkLst>
      </pc:sldChg>
      <pc:sldChg chg="addSp delSp modSp new del mod">
        <pc:chgData name="Mohammed Fasha" userId="cc64f42d-a1a6-4f08-b97b-0c37f877119f" providerId="ADAL" clId="{19B6BCF0-69C5-47B4-98CC-B0941D29A039}" dt="2025-04-09T04:02:01.456" v="378" actId="47"/>
        <pc:sldMkLst>
          <pc:docMk/>
          <pc:sldMk cId="2150408616" sldId="724"/>
        </pc:sldMkLst>
      </pc:sldChg>
      <pc:sldChg chg="modSp add mod">
        <pc:chgData name="Mohammed Fasha" userId="cc64f42d-a1a6-4f08-b97b-0c37f877119f" providerId="ADAL" clId="{19B6BCF0-69C5-47B4-98CC-B0941D29A039}" dt="2025-04-09T04:33:53.274" v="628" actId="27636"/>
        <pc:sldMkLst>
          <pc:docMk/>
          <pc:sldMk cId="3056700689" sldId="724"/>
        </pc:sldMkLst>
      </pc:sldChg>
      <pc:sldChg chg="addSp delSp modSp new add del mod">
        <pc:chgData name="Mohammed Fasha" userId="cc64f42d-a1a6-4f08-b97b-0c37f877119f" providerId="ADAL" clId="{19B6BCF0-69C5-47B4-98CC-B0941D29A039}" dt="2025-04-09T04:32:31.834" v="562" actId="47"/>
        <pc:sldMkLst>
          <pc:docMk/>
          <pc:sldMk cId="1308458687" sldId="725"/>
        </pc:sldMkLst>
      </pc:sldChg>
      <pc:sldChg chg="addSp delSp modSp new del mod">
        <pc:chgData name="Mohammed Fasha" userId="cc64f42d-a1a6-4f08-b97b-0c37f877119f" providerId="ADAL" clId="{19B6BCF0-69C5-47B4-98CC-B0941D29A039}" dt="2025-04-09T04:32:26.748" v="561" actId="47"/>
        <pc:sldMkLst>
          <pc:docMk/>
          <pc:sldMk cId="745892495" sldId="726"/>
        </pc:sldMkLst>
      </pc:sldChg>
      <pc:sldChg chg="addSp delSp modSp new add del mod">
        <pc:chgData name="Mohammed Fasha" userId="cc64f42d-a1a6-4f08-b97b-0c37f877119f" providerId="ADAL" clId="{19B6BCF0-69C5-47B4-98CC-B0941D29A039}" dt="2025-04-09T04:27:26.321" v="531" actId="47"/>
        <pc:sldMkLst>
          <pc:docMk/>
          <pc:sldMk cId="2248567439" sldId="726"/>
        </pc:sldMkLst>
      </pc:sldChg>
      <pc:sldMasterChg chg="modSldLayout">
        <pc:chgData name="Mohammed Fasha" userId="cc64f42d-a1a6-4f08-b97b-0c37f877119f" providerId="ADAL" clId="{19B6BCF0-69C5-47B4-98CC-B0941D29A039}" dt="2025-04-09T04:24:26.302" v="479" actId="404"/>
        <pc:sldMasterMkLst>
          <pc:docMk/>
          <pc:sldMasterMk cId="742811419" sldId="2147483648"/>
        </pc:sldMasterMkLst>
        <pc:sldLayoutChg chg="modSp">
          <pc:chgData name="Mohammed Fasha" userId="cc64f42d-a1a6-4f08-b97b-0c37f877119f" providerId="ADAL" clId="{19B6BCF0-69C5-47B4-98CC-B0941D29A039}" dt="2025-04-09T04:24:26.302" v="479" actId="404"/>
          <pc:sldLayoutMkLst>
            <pc:docMk/>
            <pc:sldMasterMk cId="742811419" sldId="2147483648"/>
            <pc:sldLayoutMk cId="3573533501" sldId="2147483650"/>
          </pc:sldLayoutMkLst>
        </pc:sldLayoutChg>
      </pc:sldMasterChg>
    </pc:docChg>
  </pc:docChgLst>
  <pc:docChgLst>
    <pc:chgData name="Mohammed Fasha" userId="S::mohammed.fasha@uop.edu.jo::cc64f42d-a1a6-4f08-b97b-0c37f877119f" providerId="AD" clId="Web-{5A53F68D-5D62-2F91-0C34-5AF0710613BB}"/>
    <pc:docChg chg="addSld modSld">
      <pc:chgData name="Mohammed Fasha" userId="S::mohammed.fasha@uop.edu.jo::cc64f42d-a1a6-4f08-b97b-0c37f877119f" providerId="AD" clId="Web-{5A53F68D-5D62-2F91-0C34-5AF0710613BB}" dt="2025-06-18T07:34:46.145" v="255" actId="20577"/>
      <pc:docMkLst>
        <pc:docMk/>
      </pc:docMkLst>
      <pc:sldChg chg="modSp">
        <pc:chgData name="Mohammed Fasha" userId="S::mohammed.fasha@uop.edu.jo::cc64f42d-a1a6-4f08-b97b-0c37f877119f" providerId="AD" clId="Web-{5A53F68D-5D62-2F91-0C34-5AF0710613BB}" dt="2025-06-18T07:34:46.145" v="255" actId="20577"/>
        <pc:sldMkLst>
          <pc:docMk/>
          <pc:sldMk cId="1855355283" sldId="498"/>
        </pc:sldMkLst>
        <pc:spChg chg="mod">
          <ac:chgData name="Mohammed Fasha" userId="S::mohammed.fasha@uop.edu.jo::cc64f42d-a1a6-4f08-b97b-0c37f877119f" providerId="AD" clId="Web-{5A53F68D-5D62-2F91-0C34-5AF0710613BB}" dt="2025-06-18T07:34:46.145" v="255" actId="20577"/>
          <ac:spMkLst>
            <pc:docMk/>
            <pc:sldMk cId="1855355283" sldId="498"/>
            <ac:spMk id="3" creationId="{EE397667-A7E4-7E53-67C9-F8B9D8DAF6D5}"/>
          </ac:spMkLst>
        </pc:spChg>
      </pc:sldChg>
      <pc:sldChg chg="modSp">
        <pc:chgData name="Mohammed Fasha" userId="S::mohammed.fasha@uop.edu.jo::cc64f42d-a1a6-4f08-b97b-0c37f877119f" providerId="AD" clId="Web-{5A53F68D-5D62-2F91-0C34-5AF0710613BB}" dt="2025-06-18T07:33:42.518" v="245" actId="20577"/>
        <pc:sldMkLst>
          <pc:docMk/>
          <pc:sldMk cId="3589465999" sldId="514"/>
        </pc:sldMkLst>
        <pc:spChg chg="mod">
          <ac:chgData name="Mohammed Fasha" userId="S::mohammed.fasha@uop.edu.jo::cc64f42d-a1a6-4f08-b97b-0c37f877119f" providerId="AD" clId="Web-{5A53F68D-5D62-2F91-0C34-5AF0710613BB}" dt="2025-06-18T07:32:02.797" v="218" actId="20577"/>
          <ac:spMkLst>
            <pc:docMk/>
            <pc:sldMk cId="3589465999" sldId="514"/>
            <ac:spMk id="2" creationId="{88A29053-B25D-8437-7DDD-113C9833833C}"/>
          </ac:spMkLst>
        </pc:spChg>
        <pc:spChg chg="mod">
          <ac:chgData name="Mohammed Fasha" userId="S::mohammed.fasha@uop.edu.jo::cc64f42d-a1a6-4f08-b97b-0c37f877119f" providerId="AD" clId="Web-{5A53F68D-5D62-2F91-0C34-5AF0710613BB}" dt="2025-06-18T07:33:42.518" v="245" actId="20577"/>
          <ac:spMkLst>
            <pc:docMk/>
            <pc:sldMk cId="3589465999" sldId="514"/>
            <ac:spMk id="3" creationId="{5B93E470-126F-0470-F370-550A166C8CE3}"/>
          </ac:spMkLst>
        </pc:spChg>
      </pc:sldChg>
      <pc:sldChg chg="modSp">
        <pc:chgData name="Mohammed Fasha" userId="S::mohammed.fasha@uop.edu.jo::cc64f42d-a1a6-4f08-b97b-0c37f877119f" providerId="AD" clId="Web-{5A53F68D-5D62-2F91-0C34-5AF0710613BB}" dt="2025-06-18T07:32:07.031" v="219" actId="20577"/>
        <pc:sldMkLst>
          <pc:docMk/>
          <pc:sldMk cId="2311531301" sldId="515"/>
        </pc:sldMkLst>
        <pc:spChg chg="mod">
          <ac:chgData name="Mohammed Fasha" userId="S::mohammed.fasha@uop.edu.jo::cc64f42d-a1a6-4f08-b97b-0c37f877119f" providerId="AD" clId="Web-{5A53F68D-5D62-2F91-0C34-5AF0710613BB}" dt="2025-06-18T07:32:07.031" v="219" actId="20577"/>
          <ac:spMkLst>
            <pc:docMk/>
            <pc:sldMk cId="2311531301" sldId="515"/>
            <ac:spMk id="2" creationId="{DC04C7CB-A0FB-53BD-F5B2-69AE96A0E5A0}"/>
          </ac:spMkLst>
        </pc:spChg>
      </pc:sldChg>
      <pc:sldChg chg="modSp">
        <pc:chgData name="Mohammed Fasha" userId="S::mohammed.fasha@uop.edu.jo::cc64f42d-a1a6-4f08-b97b-0c37f877119f" providerId="AD" clId="Web-{5A53F68D-5D62-2F91-0C34-5AF0710613BB}" dt="2025-06-18T07:34:15.676" v="252" actId="14100"/>
        <pc:sldMkLst>
          <pc:docMk/>
          <pc:sldMk cId="1201106649" sldId="516"/>
        </pc:sldMkLst>
        <pc:spChg chg="mod">
          <ac:chgData name="Mohammed Fasha" userId="S::mohammed.fasha@uop.edu.jo::cc64f42d-a1a6-4f08-b97b-0c37f877119f" providerId="AD" clId="Web-{5A53F68D-5D62-2F91-0C34-5AF0710613BB}" dt="2025-06-18T07:34:04.910" v="248" actId="20577"/>
          <ac:spMkLst>
            <pc:docMk/>
            <pc:sldMk cId="1201106649" sldId="516"/>
            <ac:spMk id="2" creationId="{0200F449-8EB2-4A35-0E5D-148ACC5A1F7D}"/>
          </ac:spMkLst>
        </pc:spChg>
        <pc:spChg chg="mod">
          <ac:chgData name="Mohammed Fasha" userId="S::mohammed.fasha@uop.edu.jo::cc64f42d-a1a6-4f08-b97b-0c37f877119f" providerId="AD" clId="Web-{5A53F68D-5D62-2F91-0C34-5AF0710613BB}" dt="2025-06-18T07:34:15.676" v="252" actId="14100"/>
          <ac:spMkLst>
            <pc:docMk/>
            <pc:sldMk cId="1201106649" sldId="516"/>
            <ac:spMk id="10" creationId="{CBD069FD-7B37-85AA-7C66-0FC15C990DD8}"/>
          </ac:spMkLst>
        </pc:spChg>
      </pc:sldChg>
      <pc:sldChg chg="modSp">
        <pc:chgData name="Mohammed Fasha" userId="S::mohammed.fasha@uop.edu.jo::cc64f42d-a1a6-4f08-b97b-0c37f877119f" providerId="AD" clId="Web-{5A53F68D-5D62-2F91-0C34-5AF0710613BB}" dt="2025-06-18T07:31:30.389" v="215" actId="20577"/>
        <pc:sldMkLst>
          <pc:docMk/>
          <pc:sldMk cId="834475357" sldId="517"/>
        </pc:sldMkLst>
        <pc:spChg chg="mod">
          <ac:chgData name="Mohammed Fasha" userId="S::mohammed.fasha@uop.edu.jo::cc64f42d-a1a6-4f08-b97b-0c37f877119f" providerId="AD" clId="Web-{5A53F68D-5D62-2F91-0C34-5AF0710613BB}" dt="2025-06-18T07:28:32.493" v="127" actId="20577"/>
          <ac:spMkLst>
            <pc:docMk/>
            <pc:sldMk cId="834475357" sldId="517"/>
            <ac:spMk id="2" creationId="{748EBE3E-0A49-2947-0CEC-18B7160B878C}"/>
          </ac:spMkLst>
        </pc:spChg>
        <pc:spChg chg="mod">
          <ac:chgData name="Mohammed Fasha" userId="S::mohammed.fasha@uop.edu.jo::cc64f42d-a1a6-4f08-b97b-0c37f877119f" providerId="AD" clId="Web-{5A53F68D-5D62-2F91-0C34-5AF0710613BB}" dt="2025-06-18T07:31:30.389" v="215" actId="20577"/>
          <ac:spMkLst>
            <pc:docMk/>
            <pc:sldMk cId="834475357" sldId="517"/>
            <ac:spMk id="3" creationId="{ACE394C5-CDB7-FD4D-AA66-701E1D158182}"/>
          </ac:spMkLst>
        </pc:spChg>
      </pc:sldChg>
      <pc:sldChg chg="addSp delSp modSp new">
        <pc:chgData name="Mohammed Fasha" userId="S::mohammed.fasha@uop.edu.jo::cc64f42d-a1a6-4f08-b97b-0c37f877119f" providerId="AD" clId="Web-{5A53F68D-5D62-2F91-0C34-5AF0710613BB}" dt="2025-06-18T07:30:05.621" v="168"/>
        <pc:sldMkLst>
          <pc:docMk/>
          <pc:sldMk cId="2757035436" sldId="524"/>
        </pc:sldMkLst>
        <pc:spChg chg="mod">
          <ac:chgData name="Mohammed Fasha" userId="S::mohammed.fasha@uop.edu.jo::cc64f42d-a1a6-4f08-b97b-0c37f877119f" providerId="AD" clId="Web-{5A53F68D-5D62-2F91-0C34-5AF0710613BB}" dt="2025-06-18T07:27:14.553" v="64" actId="20577"/>
          <ac:spMkLst>
            <pc:docMk/>
            <pc:sldMk cId="2757035436" sldId="524"/>
            <ac:spMk id="2" creationId="{1462616C-41EE-2B5B-760C-E900F7CFDE29}"/>
          </ac:spMkLst>
        </pc:spChg>
        <pc:graphicFrameChg chg="add mod ord modGraphic">
          <ac:chgData name="Mohammed Fasha" userId="S::mohammed.fasha@uop.edu.jo::cc64f42d-a1a6-4f08-b97b-0c37f877119f" providerId="AD" clId="Web-{5A53F68D-5D62-2F91-0C34-5AF0710613BB}" dt="2025-06-18T07:30:05.621" v="168"/>
          <ac:graphicFrameMkLst>
            <pc:docMk/>
            <pc:sldMk cId="2757035436" sldId="524"/>
            <ac:graphicFrameMk id="5" creationId="{D986A135-B943-08AB-BF49-B8AFBFF1A02E}"/>
          </ac:graphicFrameMkLst>
        </pc:graphicFrameChg>
      </pc:sldChg>
    </pc:docChg>
  </pc:docChgLst>
  <pc:docChgLst>
    <pc:chgData name="Mohammed Fasha" userId="cc64f42d-a1a6-4f08-b97b-0c37f877119f" providerId="ADAL" clId="{FEC9C214-E726-4192-8176-A8C9AACEB478}"/>
    <pc:docChg chg="custSel addSld delSld modSld">
      <pc:chgData name="Mohammed Fasha" userId="cc64f42d-a1a6-4f08-b97b-0c37f877119f" providerId="ADAL" clId="{FEC9C214-E726-4192-8176-A8C9AACEB478}" dt="2025-05-16T05:43:36.510" v="126" actId="2696"/>
      <pc:docMkLst>
        <pc:docMk/>
      </pc:docMkLst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607684796" sldId="33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587789057" sldId="42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127906749" sldId="42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91491219" sldId="42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339445507" sldId="43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389046835" sldId="431"/>
        </pc:sldMkLst>
      </pc:sldChg>
      <pc:sldChg chg="modSp mod">
        <pc:chgData name="Mohammed Fasha" userId="cc64f42d-a1a6-4f08-b97b-0c37f877119f" providerId="ADAL" clId="{FEC9C214-E726-4192-8176-A8C9AACEB478}" dt="2025-05-16T05:42:48.998" v="99" actId="6549"/>
        <pc:sldMkLst>
          <pc:docMk/>
          <pc:sldMk cId="4208461039" sldId="447"/>
        </pc:sldMkLst>
      </pc:sldChg>
      <pc:sldChg chg="modSp mod">
        <pc:chgData name="Mohammed Fasha" userId="cc64f42d-a1a6-4f08-b97b-0c37f877119f" providerId="ADAL" clId="{FEC9C214-E726-4192-8176-A8C9AACEB478}" dt="2025-05-16T05:43:13.101" v="125" actId="6549"/>
        <pc:sldMkLst>
          <pc:docMk/>
          <pc:sldMk cId="2297456757" sldId="483"/>
        </pc:sldMkLst>
        <pc:spChg chg="mod">
          <ac:chgData name="Mohammed Fasha" userId="cc64f42d-a1a6-4f08-b97b-0c37f877119f" providerId="ADAL" clId="{FEC9C214-E726-4192-8176-A8C9AACEB478}" dt="2025-05-16T05:43:13.101" v="125" actId="6549"/>
          <ac:spMkLst>
            <pc:docMk/>
            <pc:sldMk cId="2297456757" sldId="483"/>
            <ac:spMk id="5" creationId="{89403830-E271-DAA0-8838-E295A84A8B5B}"/>
          </ac:spMkLst>
        </pc:spChg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586650541" sldId="51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271956779" sldId="51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281221656" sldId="52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877973779" sldId="60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1481256" sldId="61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040874025" sldId="61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99592497" sldId="61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535314737" sldId="61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627652750" sldId="61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23212581" sldId="61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329135496" sldId="61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380276415" sldId="61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46730148" sldId="61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839834530" sldId="62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734309461" sldId="62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269580935" sldId="63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838240985" sldId="63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675291572" sldId="638"/>
        </pc:sldMkLst>
      </pc:sldChg>
      <pc:sldChg chg="modSp 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145145303" sldId="64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135291414" sldId="64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030124935" sldId="64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168644593" sldId="64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743226386" sldId="64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02107314" sldId="64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662689605" sldId="64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942060319" sldId="65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061130053" sldId="65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585687456" sldId="65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892622100" sldId="655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555764928" sldId="65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461426122" sldId="65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990045589" sldId="65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575039538" sldId="66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554491934" sldId="66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980180774" sldId="66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898885298" sldId="66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652660250" sldId="66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680231355" sldId="669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1960150938" sldId="67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605011436" sldId="67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620993364" sldId="67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865119215" sldId="67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170303756" sldId="67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577854815" sldId="67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454522070" sldId="67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377124484" sldId="68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630096202" sldId="68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328652623" sldId="68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916102856" sldId="68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620697854" sldId="68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40683555" sldId="68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788308240" sldId="68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660737293" sldId="68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987101698" sldId="69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982708772" sldId="69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424197979" sldId="69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697141369" sldId="69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317643237" sldId="69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247717824" sldId="70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085160177" sldId="70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862107672" sldId="705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1142780366" sldId="70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67871309" sldId="70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114896152" sldId="71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794385322" sldId="71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701206727" sldId="71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499972066" sldId="71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270641495" sldId="714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1096386322" sldId="715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1784058309" sldId="716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3139017106" sldId="71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043812923" sldId="718"/>
        </pc:sldMkLst>
      </pc:sldChg>
      <pc:sldChg chg="modSp del mod">
        <pc:chgData name="Mohammed Fasha" userId="cc64f42d-a1a6-4f08-b97b-0c37f877119f" providerId="ADAL" clId="{FEC9C214-E726-4192-8176-A8C9AACEB478}" dt="2025-05-12T03:04:56.963" v="45" actId="2696"/>
        <pc:sldMkLst>
          <pc:docMk/>
          <pc:sldMk cId="666527140" sldId="725"/>
        </pc:sldMkLst>
      </pc:sldChg>
      <pc:sldChg chg="add 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280465272" sldId="72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660604927" sldId="72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051640529" sldId="728"/>
        </pc:sldMkLst>
      </pc:sldChg>
      <pc:sldChg chg="modSp new del mod">
        <pc:chgData name="Mohammed Fasha" userId="cc64f42d-a1a6-4f08-b97b-0c37f877119f" providerId="ADAL" clId="{FEC9C214-E726-4192-8176-A8C9AACEB478}" dt="2025-05-12T03:11:40.927" v="51" actId="47"/>
        <pc:sldMkLst>
          <pc:docMk/>
          <pc:sldMk cId="1223704259" sldId="729"/>
        </pc:sldMkLst>
      </pc:sldChg>
      <pc:sldChg chg="add del">
        <pc:chgData name="Mohammed Fasha" userId="cc64f42d-a1a6-4f08-b97b-0c37f877119f" providerId="ADAL" clId="{FEC9C214-E726-4192-8176-A8C9AACEB478}" dt="2025-05-12T03:06:57.298" v="49"/>
        <pc:sldMkLst>
          <pc:docMk/>
          <pc:sldMk cId="3927078588" sldId="730"/>
        </pc:sldMkLst>
      </pc:sldChg>
    </pc:docChg>
  </pc:docChgLst>
  <pc:docChgLst>
    <pc:chgData name="Mohammed Fasha" userId="cc64f42d-a1a6-4f08-b97b-0c37f877119f" providerId="ADAL" clId="{70766A0F-128E-4419-8252-2D4890C8AA84}"/>
    <pc:docChg chg="modSld">
      <pc:chgData name="Mohammed Fasha" userId="cc64f42d-a1a6-4f08-b97b-0c37f877119f" providerId="ADAL" clId="{70766A0F-128E-4419-8252-2D4890C8AA84}" dt="2025-07-21T16:48:29.594" v="0" actId="6549"/>
      <pc:docMkLst>
        <pc:docMk/>
      </pc:docMkLst>
      <pc:sldChg chg="modSp mod">
        <pc:chgData name="Mohammed Fasha" userId="cc64f42d-a1a6-4f08-b97b-0c37f877119f" providerId="ADAL" clId="{70766A0F-128E-4419-8252-2D4890C8AA84}" dt="2025-07-21T16:48:29.594" v="0" actId="6549"/>
        <pc:sldMkLst>
          <pc:docMk/>
          <pc:sldMk cId="2297456757" sldId="483"/>
        </pc:sldMkLst>
        <pc:spChg chg="mod">
          <ac:chgData name="Mohammed Fasha" userId="cc64f42d-a1a6-4f08-b97b-0c37f877119f" providerId="ADAL" clId="{70766A0F-128E-4419-8252-2D4890C8AA84}" dt="2025-07-21T16:48:29.594" v="0" actId="6549"/>
          <ac:spMkLst>
            <pc:docMk/>
            <pc:sldMk cId="2297456757" sldId="483"/>
            <ac:spMk id="5" creationId="{89403830-E271-DAA0-8838-E295A84A8B5B}"/>
          </ac:spMkLst>
        </pc:spChg>
      </pc:sldChg>
    </pc:docChg>
  </pc:docChgLst>
  <pc:docChgLst>
    <pc:chgData name="Mohammed Fasha" userId="cc64f42d-a1a6-4f08-b97b-0c37f877119f" providerId="ADAL" clId="{BECD4A7F-C1AF-4585-8C31-FE7D4FE3ED16}"/>
    <pc:docChg chg="undo redo custSel addSld delSld modSld sldOrd">
      <pc:chgData name="Mohammed Fasha" userId="cc64f42d-a1a6-4f08-b97b-0c37f877119f" providerId="ADAL" clId="{BECD4A7F-C1AF-4585-8C31-FE7D4FE3ED16}" dt="2025-01-05T16:36:16.605" v="1945" actId="1076"/>
      <pc:docMkLst>
        <pc:docMk/>
      </pc:docMkLst>
      <pc:sldChg chg="modSp mod">
        <pc:chgData name="Mohammed Fasha" userId="cc64f42d-a1a6-4f08-b97b-0c37f877119f" providerId="ADAL" clId="{BECD4A7F-C1AF-4585-8C31-FE7D4FE3ED16}" dt="2024-12-30T18:47:27.683" v="988" actId="20577"/>
        <pc:sldMkLst>
          <pc:docMk/>
          <pc:sldMk cId="2281221656" sldId="527"/>
        </pc:sldMkLst>
      </pc:sldChg>
      <pc:sldChg chg="modSp mod">
        <pc:chgData name="Mohammed Fasha" userId="cc64f42d-a1a6-4f08-b97b-0c37f877119f" providerId="ADAL" clId="{BECD4A7F-C1AF-4585-8C31-FE7D4FE3ED16}" dt="2024-12-27T13:59:26.893" v="366" actId="20577"/>
        <pc:sldMkLst>
          <pc:docMk/>
          <pc:sldMk cId="3474268344" sldId="596"/>
        </pc:sldMkLst>
      </pc:sldChg>
      <pc:sldChg chg="modSp mod">
        <pc:chgData name="Mohammed Fasha" userId="cc64f42d-a1a6-4f08-b97b-0c37f877119f" providerId="ADAL" clId="{BECD4A7F-C1AF-4585-8C31-FE7D4FE3ED16}" dt="2024-12-30T18:44:34.649" v="884" actId="20577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6516858" sldId="662"/>
        </pc:sldMkLst>
      </pc:sldChg>
      <pc:sldChg chg="modSp add del mod">
        <pc:chgData name="Mohammed Fasha" userId="cc64f42d-a1a6-4f08-b97b-0c37f877119f" providerId="ADAL" clId="{BECD4A7F-C1AF-4585-8C31-FE7D4FE3ED16}" dt="2025-01-05T16:34:59.233" v="1926" actId="20577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895445062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3980180774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900588277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123002105" sldId="665"/>
        </pc:sldMkLst>
      </pc:sldChg>
      <pc:sldChg chg="modSp add del mod">
        <pc:chgData name="Mohammed Fasha" userId="cc64f42d-a1a6-4f08-b97b-0c37f877119f" providerId="ADAL" clId="{BECD4A7F-C1AF-4585-8C31-FE7D4FE3ED16}" dt="2025-01-05T15:05:12.729" v="1226" actId="21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659863378" sldId="676"/>
        </pc:sldMkLst>
      </pc:sldChg>
      <pc:sldChg chg="modSp add del mod">
        <pc:chgData name="Mohammed Fasha" userId="cc64f42d-a1a6-4f08-b97b-0c37f877119f" providerId="ADAL" clId="{BECD4A7F-C1AF-4585-8C31-FE7D4FE3ED16}" dt="2025-01-05T14:55:27.595" v="1130" actId="255"/>
        <pc:sldMkLst>
          <pc:docMk/>
          <pc:sldMk cId="1577854815" sldId="676"/>
        </pc:sldMkLst>
      </pc:sldChg>
      <pc:sldChg chg="modSp add del mod">
        <pc:chgData name="Mohammed Fasha" userId="cc64f42d-a1a6-4f08-b97b-0c37f877119f" providerId="ADAL" clId="{BECD4A7F-C1AF-4585-8C31-FE7D4FE3ED16}" dt="2025-01-05T14:55:43.754" v="1132" actId="1076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2736863534" sldId="677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28312762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581717462" sldId="679"/>
        </pc:sldMkLst>
      </pc:sldChg>
      <pc:sldChg chg="addSp delSp modSp add del mod chgLayout">
        <pc:chgData name="Mohammed Fasha" userId="cc64f42d-a1a6-4f08-b97b-0c37f877119f" providerId="ADAL" clId="{BECD4A7F-C1AF-4585-8C31-FE7D4FE3ED16}" dt="2025-01-05T16:36:16.605" v="1945" actId="1076"/>
        <pc:sldMkLst>
          <pc:docMk/>
          <pc:sldMk cId="3454522070" sldId="679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083966018" sldId="681"/>
        </pc:sldMkLst>
      </pc:sldChg>
      <pc:sldChg chg="modSp mod">
        <pc:chgData name="Mohammed Fasha" userId="cc64f42d-a1a6-4f08-b97b-0c37f877119f" providerId="ADAL" clId="{BECD4A7F-C1AF-4585-8C31-FE7D4FE3ED16}" dt="2025-01-05T14:42:50.596" v="990" actId="14100"/>
        <pc:sldMkLst>
          <pc:docMk/>
          <pc:sldMk cId="1697141369" sldId="695"/>
        </pc:sldMkLst>
      </pc:sldChg>
      <pc:sldChg chg="addSp delSp modSp add del mod">
        <pc:chgData name="Mohammed Fasha" userId="cc64f42d-a1a6-4f08-b97b-0c37f877119f" providerId="ADAL" clId="{BECD4A7F-C1AF-4585-8C31-FE7D4FE3ED16}" dt="2025-01-05T14:54:31.375" v="1125" actId="14100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991725834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109561867" sldId="700"/>
        </pc:sldMkLst>
      </pc:sldChg>
      <pc:sldChg chg="addSp delSp modSp add del mod">
        <pc:chgData name="Mohammed Fasha" userId="cc64f42d-a1a6-4f08-b97b-0c37f877119f" providerId="ADAL" clId="{BECD4A7F-C1AF-4585-8C31-FE7D4FE3ED16}" dt="2025-01-05T16:00:05.564" v="1529" actId="20577"/>
        <pc:sldMkLst>
          <pc:docMk/>
          <pc:sldMk cId="4247717824" sldId="700"/>
        </pc:sldMkLst>
      </pc:sldChg>
      <pc:sldChg chg="addSp delSp modSp add mod">
        <pc:chgData name="Mohammed Fasha" userId="cc64f42d-a1a6-4f08-b97b-0c37f877119f" providerId="ADAL" clId="{BECD4A7F-C1AF-4585-8C31-FE7D4FE3ED16}" dt="2025-01-05T14:53:29.185" v="1101" actId="21"/>
        <pc:sldMkLst>
          <pc:docMk/>
          <pc:sldMk cId="67871309" sldId="709"/>
        </pc:sldMkLst>
      </pc:sldChg>
      <pc:sldChg chg="modSp add mod">
        <pc:chgData name="Mohammed Fasha" userId="cc64f42d-a1a6-4f08-b97b-0c37f877119f" providerId="ADAL" clId="{BECD4A7F-C1AF-4585-8C31-FE7D4FE3ED16}" dt="2025-01-05T15:31:09.113" v="1385" actId="6549"/>
        <pc:sldMkLst>
          <pc:docMk/>
          <pc:sldMk cId="4114896152" sldId="710"/>
        </pc:sldMkLst>
      </pc:sldChg>
      <pc:sldChg chg="addSp modSp add mod">
        <pc:chgData name="Mohammed Fasha" userId="cc64f42d-a1a6-4f08-b97b-0c37f877119f" providerId="ADAL" clId="{BECD4A7F-C1AF-4585-8C31-FE7D4FE3ED16}" dt="2025-01-05T15:27:36.027" v="1348" actId="20577"/>
        <pc:sldMkLst>
          <pc:docMk/>
          <pc:sldMk cId="3794385322" sldId="711"/>
        </pc:sldMkLst>
      </pc:sldChg>
      <pc:sldChg chg="add del">
        <pc:chgData name="Mohammed Fasha" userId="cc64f42d-a1a6-4f08-b97b-0c37f877119f" providerId="ADAL" clId="{BECD4A7F-C1AF-4585-8C31-FE7D4FE3ED16}" dt="2025-01-05T14:57:43.613" v="1146" actId="2696"/>
        <pc:sldMkLst>
          <pc:docMk/>
          <pc:sldMk cId="501127302" sldId="712"/>
        </pc:sldMkLst>
      </pc:sldChg>
      <pc:sldChg chg="modSp add mod">
        <pc:chgData name="Mohammed Fasha" userId="cc64f42d-a1a6-4f08-b97b-0c37f877119f" providerId="ADAL" clId="{BECD4A7F-C1AF-4585-8C31-FE7D4FE3ED16}" dt="2025-01-05T15:32:23.870" v="1388"/>
        <pc:sldMkLst>
          <pc:docMk/>
          <pc:sldMk cId="3701206727" sldId="712"/>
        </pc:sldMkLst>
      </pc:sldChg>
      <pc:sldChg chg="addSp modSp add mod">
        <pc:chgData name="Mohammed Fasha" userId="cc64f42d-a1a6-4f08-b97b-0c37f877119f" providerId="ADAL" clId="{BECD4A7F-C1AF-4585-8C31-FE7D4FE3ED16}" dt="2025-01-05T16:06:36.028" v="1538" actId="1076"/>
        <pc:sldMkLst>
          <pc:docMk/>
          <pc:sldMk cId="1499972066" sldId="713"/>
        </pc:sldMkLst>
      </pc:sldChg>
      <pc:sldChg chg="addSp delSp modSp add mod">
        <pc:chgData name="Mohammed Fasha" userId="cc64f42d-a1a6-4f08-b97b-0c37f877119f" providerId="ADAL" clId="{BECD4A7F-C1AF-4585-8C31-FE7D4FE3ED16}" dt="2025-01-05T16:19:08.436" v="1705" actId="1036"/>
        <pc:sldMkLst>
          <pc:docMk/>
          <pc:sldMk cId="1270641495" sldId="714"/>
        </pc:sldMkLst>
      </pc:sldChg>
      <pc:sldChg chg="addSp modSp new mod">
        <pc:chgData name="Mohammed Fasha" userId="cc64f42d-a1a6-4f08-b97b-0c37f877119f" providerId="ADAL" clId="{BECD4A7F-C1AF-4585-8C31-FE7D4FE3ED16}" dt="2025-01-05T16:23:44.632" v="1736" actId="12"/>
        <pc:sldMkLst>
          <pc:docMk/>
          <pc:sldMk cId="1096386322" sldId="715"/>
        </pc:sldMkLst>
      </pc:sldChg>
      <pc:sldChg chg="modSp new mod">
        <pc:chgData name="Mohammed Fasha" userId="cc64f42d-a1a6-4f08-b97b-0c37f877119f" providerId="ADAL" clId="{BECD4A7F-C1AF-4585-8C31-FE7D4FE3ED16}" dt="2025-01-05T16:34:02.360" v="1902" actId="27636"/>
        <pc:sldMkLst>
          <pc:docMk/>
          <pc:sldMk cId="1784058309" sldId="716"/>
        </pc:sldMkLst>
      </pc:sldChg>
      <pc:sldChg chg="modSp add mod ord">
        <pc:chgData name="Mohammed Fasha" userId="cc64f42d-a1a6-4f08-b97b-0c37f877119f" providerId="ADAL" clId="{BECD4A7F-C1AF-4585-8C31-FE7D4FE3ED16}" dt="2025-01-05T16:27:20.520" v="1803"/>
        <pc:sldMkLst>
          <pc:docMk/>
          <pc:sldMk cId="3139017106" sldId="717"/>
        </pc:sldMkLst>
      </pc:sldChg>
      <pc:sldChg chg="addSp delSp modSp new mod">
        <pc:chgData name="Mohammed Fasha" userId="cc64f42d-a1a6-4f08-b97b-0c37f877119f" providerId="ADAL" clId="{BECD4A7F-C1AF-4585-8C31-FE7D4FE3ED16}" dt="2025-01-05T16:32:45.446" v="1897" actId="20577"/>
        <pc:sldMkLst>
          <pc:docMk/>
          <pc:sldMk cId="3043812923" sldId="718"/>
        </pc:sldMkLst>
      </pc:sldChg>
    </pc:docChg>
  </pc:docChgLst>
  <pc:docChgLst>
    <pc:chgData name="Mohammed Fasha" userId="cc64f42d-a1a6-4f08-b97b-0c37f877119f" providerId="ADAL" clId="{6804A8E6-8D7F-46E3-B091-66A8F6B926BF}"/>
    <pc:docChg chg="custSel modMainMaster">
      <pc:chgData name="Mohammed Fasha" userId="cc64f42d-a1a6-4f08-b97b-0c37f877119f" providerId="ADAL" clId="{6804A8E6-8D7F-46E3-B091-66A8F6B926BF}" dt="2024-11-09T05:15:35.019" v="2" actId="1076"/>
      <pc:docMkLst>
        <pc:docMk/>
      </pc:docMkLst>
      <pc:sldMasterChg chg="delSp mod modSldLayout">
        <pc:chgData name="Mohammed Fasha" userId="cc64f42d-a1a6-4f08-b97b-0c37f877119f" providerId="ADAL" clId="{6804A8E6-8D7F-46E3-B091-66A8F6B926BF}" dt="2024-11-09T05:15:35.019" v="2" actId="1076"/>
        <pc:sldMasterMkLst>
          <pc:docMk/>
          <pc:sldMasterMk cId="742811419" sldId="2147483648"/>
        </pc:sldMasterMkLst>
        <pc:sldLayoutChg chg="addSp modSp mod">
          <pc:chgData name="Mohammed Fasha" userId="cc64f42d-a1a6-4f08-b97b-0c37f877119f" providerId="ADAL" clId="{6804A8E6-8D7F-46E3-B091-66A8F6B926BF}" dt="2024-11-09T05:15:35.019" v="2" actId="1076"/>
          <pc:sldLayoutMkLst>
            <pc:docMk/>
            <pc:sldMasterMk cId="742811419" sldId="2147483648"/>
            <pc:sldLayoutMk cId="4063788262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A03A4-B9F1-404C-8A74-B1AFD648095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971-340B-41A2-ABD3-FB1A577E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C3971-340B-41A2-ABD3-FB1A577E48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16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B88D-A571-8D68-DA1D-4734ED37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33490-0BE8-AA6E-9BD9-B3AE42C09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6175-CE1C-2163-F07B-89B1D44C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1D7E-9560-9E2E-E325-EA9FF2B4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B4A-CC9F-DFD4-9C8C-EC0E3A6C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15635-BBAD-7E56-C59A-73312B169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525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8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AE11-FE2F-E8C7-76F8-4648B977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523"/>
            <a:ext cx="10515600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CCF6-2612-A73C-C264-680D1456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4991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53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632C-6DEE-7253-7D28-277A733B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1"/>
            <a:ext cx="10515600" cy="141056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F207-EFC1-8D09-1A43-C1BC66F4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6175"/>
            <a:ext cx="10515600" cy="11334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66E6-0CE4-B283-4609-6B87CF61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228-7BFB-DECA-1E8A-FE2230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7116-D906-F8F1-9544-2F31FF8B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D8420-94D8-A22A-437F-9C2327471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4E6A3-979F-577C-6B28-090C8441D5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5" y="160954"/>
            <a:ext cx="2120835" cy="636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73805-8742-DDA0-8BA4-18F7B6B60B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4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20A-5856-7025-B675-5175C87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2420-256F-86BB-2069-DC7FC1598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A8B5D-BE76-5309-6B35-5BB623D5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5F1A-4711-E07F-4060-9DFA24B5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DB2D-A305-9686-67A1-5E6D04DD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DA501-D721-9762-F1D7-F2633610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7AB-B0CB-34AE-FB11-E6E73297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67F-4D04-1AE5-F976-549357D1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808E-728B-7E91-40BC-CEDF06A2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C8E04-B37B-1721-DBCE-7A749BD7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5EBE9-C42B-6432-1518-88FD8B1A9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A973D-A9C2-1CA6-05F5-A7C82D40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61A04-2021-047C-B370-D0B428F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AC7FB-EE3D-80A6-4C1A-80E359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8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EC8-462D-17BF-D668-48071F0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285AC-0A2F-4AE5-D1B6-5C319BF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CD249-9162-ABF9-19A3-977BDD9D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1C95-124F-0B3B-A8D9-B9C970F1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29541-D653-384C-D771-DD8F69A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33C97-264B-3724-11ED-5BB6B8F2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226B-01EA-120B-3387-6F48FDA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331-9622-1254-250C-1A826F86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744-6E94-694D-5ACD-A392EBB2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2829D-7E3F-4729-5630-2FC6FC3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5737-F397-134D-F032-CB1CF853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4794-C979-4A92-C271-06A8ACAB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BCC-6A8A-037D-30F0-16F152A1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5548-3058-3FF3-095A-5746EA9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94BFE-AD4C-39A4-E6D7-3D67D9AF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17F4F-1D08-F5A7-0483-99EBD45B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18C9-6621-9F77-5D27-62F1D1DA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E588C-5B83-3F14-34CB-FBF668EE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B1A-60F9-9274-969E-5776570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562-02BA-F69E-C391-546A16C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2F76-E2E8-15A6-A3C8-6CB5142D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A671-E219-71C5-2625-4964456C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E91A-8EA7-3C4C-E581-D2E7DE8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36E2-4C17-03F4-B4DC-034FD96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BBF0-FFDE-1DC2-A2E8-4E4548118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6B3BF-C276-8333-A7E7-B8D443C6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B368-D24B-9EA8-8A8F-0AB2C5F1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0D11-FA10-A88B-DAAF-BDC5D65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B60E9-3F05-AAE4-101F-3125133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62C5-8E42-00DD-5440-4A44E725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D4F47-A5A1-F247-D7EC-43901BD9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E946-8B54-76FA-E3B0-E48F8BEE7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8E95-DE77-44D3-BDB9-E242948FB112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51E2-F7B0-D02A-22FA-EC3877EEE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3EB4-6884-55A1-71B3-B7A412117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4C39A-D09F-3FB5-FC83-3461D4B26A9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1B7E3-0100-0D6B-212C-A14E821244A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428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3E9DF1-2223-C2DE-EF40-211A8D65CA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ar-JO" sz="4800" b="0" dirty="0"/>
              <a:t>307304</a:t>
            </a:r>
            <a:br>
              <a:rPr lang="en-US" sz="4800" b="0" dirty="0"/>
            </a:br>
            <a:r>
              <a:rPr lang="en-US" sz="4800" b="0" dirty="0"/>
              <a:t>Data Mining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9403830-E271-DAA0-8838-E295A84A8B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Association Rules Mining &amp; </a:t>
            </a:r>
            <a:r>
              <a:rPr lang="en-US" sz="3200"/>
              <a:t>Apriori Algorithm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87D1D-1AA9-EA47-F9E0-B5509D9C1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79230"/>
            <a:ext cx="914400" cy="120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5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53DF-D172-4E49-1179-4EC354E76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Association Rule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A1C0-0DAB-5276-3F82-291A0C687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5018903" cy="4991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It?</a:t>
            </a:r>
            <a:br>
              <a:rPr lang="en-US" dirty="0"/>
            </a:br>
            <a:r>
              <a:rPr lang="en-US" dirty="0"/>
              <a:t>Association Rule Mining is a data mining technique used to discover interesting relationships or patterns between variables in large datasets, typically in the form: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If A, then B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e.g. </a:t>
            </a:r>
          </a:p>
          <a:p>
            <a:pPr marL="0" indent="0">
              <a:buNone/>
            </a:pPr>
            <a:r>
              <a:rPr lang="en-US" dirty="0"/>
              <a:t>If {Milk}, then {Bread})</a:t>
            </a:r>
          </a:p>
          <a:p>
            <a:endParaRPr lang="en-US" dirty="0"/>
          </a:p>
        </p:txBody>
      </p:sp>
      <p:pic>
        <p:nvPicPr>
          <p:cNvPr id="9" name="Picture 8" descr="A shopping cart full of food&#10;&#10;AI-generated content may be incorrect.">
            <a:extLst>
              <a:ext uri="{FF2B5EF4-FFF2-40B4-BE49-F238E27FC236}">
                <a16:creationId xmlns:a16="http://schemas.microsoft.com/office/drawing/2014/main" id="{2B463C3C-4817-5118-D1E1-65181B8D2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608" y="1766133"/>
            <a:ext cx="2713191" cy="2713191"/>
          </a:xfrm>
          <a:prstGeom prst="rect">
            <a:avLst/>
          </a:prstGeom>
        </p:spPr>
      </p:pic>
      <p:pic>
        <p:nvPicPr>
          <p:cNvPr id="10" name="Picture 9" descr="A close-up of a paper&#10;&#10;AI-generated content may be incorrect.">
            <a:extLst>
              <a:ext uri="{FF2B5EF4-FFF2-40B4-BE49-F238E27FC236}">
                <a16:creationId xmlns:a16="http://schemas.microsoft.com/office/drawing/2014/main" id="{FE62F33E-DC36-69B1-6BA4-3F72051C65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172" y="1729062"/>
            <a:ext cx="2619047" cy="313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91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64D14-84D5-D52C-FBA7-E063B341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5AC91-8DE2-9F0B-09B6-E3949BB8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 Life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5208B-AF09-6A8E-7623-44834ADB7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Retail:</a:t>
            </a:r>
            <a:endParaRPr lang="en-US" dirty="0"/>
          </a:p>
          <a:p>
            <a:pPr lvl="1"/>
            <a:r>
              <a:rPr lang="en-US" b="1" dirty="0"/>
              <a:t>Items ↔ Items:</a:t>
            </a:r>
            <a:r>
              <a:rPr lang="en-US" dirty="0"/>
              <a:t> "Customers who buy Milk also buy Bread“</a:t>
            </a:r>
          </a:p>
          <a:p>
            <a:pPr lvl="1"/>
            <a:r>
              <a:rPr lang="en-US" altLang="en-US" sz="2000" b="1" dirty="0"/>
              <a:t>Suggested Actions:</a:t>
            </a:r>
            <a:r>
              <a:rPr lang="en-US" altLang="en-US" sz="2000" dirty="0"/>
              <a:t> </a:t>
            </a:r>
          </a:p>
          <a:p>
            <a:pPr lvl="2"/>
            <a:r>
              <a:rPr lang="en-US" altLang="en-US" dirty="0"/>
              <a:t>Place Milk close to Bread (in-store layout)</a:t>
            </a:r>
          </a:p>
          <a:p>
            <a:pPr lvl="2"/>
            <a:r>
              <a:rPr lang="en-US" altLang="en-US" dirty="0"/>
              <a:t>Recommend Bread when Milk is added to cart (cross-sell)</a:t>
            </a:r>
          </a:p>
          <a:p>
            <a:pPr lvl="2"/>
            <a:r>
              <a:rPr lang="en-US" altLang="en-US" dirty="0"/>
              <a:t>Offer Milk + Bread at a discounted price (bundle offer)</a:t>
            </a:r>
          </a:p>
          <a:p>
            <a:pPr lvl="1"/>
            <a:r>
              <a:rPr lang="en-US" altLang="en-US" b="1" dirty="0"/>
              <a:t>Expected Results:</a:t>
            </a:r>
            <a:r>
              <a:rPr lang="en-US" altLang="en-US" dirty="0"/>
              <a:t> Increase in Bread sales.</a:t>
            </a:r>
          </a:p>
          <a:p>
            <a:r>
              <a:rPr lang="en-US" altLang="en-US" b="1" dirty="0"/>
              <a:t>E-commerce Recommendation:</a:t>
            </a:r>
            <a:endParaRPr lang="ar-JO" altLang="en-US" b="1" dirty="0"/>
          </a:p>
          <a:p>
            <a:pPr lvl="1"/>
            <a:r>
              <a:rPr lang="en-US" b="1" dirty="0"/>
              <a:t>Items ↔ Items:</a:t>
            </a:r>
            <a:r>
              <a:rPr lang="en-US" dirty="0"/>
              <a:t> “Customers who buy </a:t>
            </a:r>
            <a:r>
              <a:rPr lang="en-US" altLang="en-US" sz="2000" dirty="0"/>
              <a:t>iPhone also buy Phone Case</a:t>
            </a:r>
            <a:r>
              <a:rPr lang="en-US" altLang="en-US" dirty="0"/>
              <a:t>”</a:t>
            </a:r>
            <a:endParaRPr lang="ar-JO" altLang="en-US" sz="2000" dirty="0"/>
          </a:p>
          <a:p>
            <a:pPr lvl="1"/>
            <a:r>
              <a:rPr lang="en-US" altLang="en-US" sz="2000" b="1" dirty="0"/>
              <a:t>Action:</a:t>
            </a:r>
            <a:r>
              <a:rPr lang="en-US" altLang="en-US" sz="2000" dirty="0"/>
              <a:t> Auto-suggest phone cases during iPhone checkout </a:t>
            </a:r>
            <a:endParaRPr lang="ar-JO" altLang="en-US" sz="2000" dirty="0"/>
          </a:p>
          <a:p>
            <a:pPr lvl="1"/>
            <a:r>
              <a:rPr lang="en-US" altLang="en-US" sz="2000" b="1" dirty="0"/>
              <a:t>Expected Results:</a:t>
            </a:r>
            <a:r>
              <a:rPr lang="en-US" altLang="en-US" sz="2000" dirty="0"/>
              <a:t> Many iPhone buyers also purchase cases </a:t>
            </a:r>
            <a:endParaRPr lang="en-US" dirty="0"/>
          </a:p>
          <a:p>
            <a:r>
              <a:rPr lang="en-US" b="1" dirty="0"/>
              <a:t>Healthcare:</a:t>
            </a:r>
            <a:endParaRPr lang="en-US" dirty="0"/>
          </a:p>
          <a:p>
            <a:pPr marL="457200" lvl="1" indent="0">
              <a:buNone/>
            </a:pPr>
            <a:r>
              <a:rPr lang="en-US" b="1" dirty="0"/>
              <a:t>Symptoms ↔ Diseases:</a:t>
            </a:r>
            <a:r>
              <a:rPr lang="en-US" dirty="0"/>
              <a:t> "Patients with fever and headache often have flu“</a:t>
            </a:r>
          </a:p>
          <a:p>
            <a:pPr lvl="1"/>
            <a:r>
              <a:rPr lang="en-US" b="1" dirty="0"/>
              <a:t>Used for:</a:t>
            </a:r>
            <a:r>
              <a:rPr lang="en-US" dirty="0"/>
              <a:t> Diagnosis support</a:t>
            </a:r>
          </a:p>
          <a:p>
            <a:pPr lvl="1"/>
            <a:r>
              <a:rPr lang="en-US" b="1" dirty="0"/>
              <a:t>Action:</a:t>
            </a:r>
            <a:r>
              <a:rPr lang="en-US" dirty="0"/>
              <a:t> Flag patient records or prompt flu tests when both symptoms are present</a:t>
            </a:r>
          </a:p>
          <a:p>
            <a:pPr lvl="1"/>
            <a:r>
              <a:rPr lang="en-US" b="1" dirty="0"/>
              <a:t>Expected Results:</a:t>
            </a:r>
            <a:r>
              <a:rPr lang="en-US" dirty="0"/>
              <a:t> Faster diagnosis, better triage, improved patient outcomes</a:t>
            </a:r>
          </a:p>
          <a:p>
            <a:pPr marL="457200" lvl="1" indent="0">
              <a:buNone/>
            </a:pPr>
            <a:r>
              <a:rPr lang="en-US" b="1" dirty="0"/>
              <a:t>Drugs ↔ Side Effects:</a:t>
            </a:r>
            <a:r>
              <a:rPr lang="en-US" dirty="0"/>
              <a:t> "Patients taking Drug A often experience nausea"</a:t>
            </a:r>
          </a:p>
          <a:p>
            <a:pPr lvl="1"/>
            <a:r>
              <a:rPr lang="en-US" b="1" dirty="0"/>
              <a:t>Used for:</a:t>
            </a:r>
            <a:r>
              <a:rPr lang="en-US" dirty="0"/>
              <a:t> Drug safety monitoring</a:t>
            </a:r>
          </a:p>
          <a:p>
            <a:pPr lvl="1"/>
            <a:r>
              <a:rPr lang="en-US" b="1" dirty="0"/>
              <a:t>Action:</a:t>
            </a:r>
            <a:r>
              <a:rPr lang="en-US" dirty="0"/>
              <a:t> Add nausea warnings and prescribe anti-nausea medication alongside</a:t>
            </a:r>
          </a:p>
          <a:p>
            <a:pPr lvl="1"/>
            <a:r>
              <a:rPr lang="en-US" b="1" dirty="0"/>
              <a:t>Expected Results:</a:t>
            </a:r>
            <a:r>
              <a:rPr lang="en-US" dirty="0"/>
              <a:t> Increased patient safety and compliance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21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EFF2A-E4FB-E985-9516-7380C10C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Life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EA77-D725-A9DA-8D5E-654454000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Web Analytics:</a:t>
            </a:r>
            <a:endParaRPr lang="en-US" dirty="0"/>
          </a:p>
          <a:p>
            <a:r>
              <a:rPr lang="en-US" b="1" dirty="0"/>
              <a:t>Pages ↔ Pages:</a:t>
            </a:r>
          </a:p>
          <a:p>
            <a:pPr lvl="1"/>
            <a:r>
              <a:rPr lang="en-US" dirty="0"/>
              <a:t>"Users who visit Product Page A also visit Product Page B“</a:t>
            </a:r>
          </a:p>
          <a:p>
            <a:pPr lvl="1"/>
            <a:r>
              <a:rPr lang="en-US" b="1" dirty="0"/>
              <a:t>Action:</a:t>
            </a:r>
            <a:r>
              <a:rPr lang="en-US" dirty="0"/>
              <a:t> Add cross-links or suggest Page B under “Customers also viewed”</a:t>
            </a:r>
          </a:p>
          <a:p>
            <a:pPr lvl="1"/>
            <a:r>
              <a:rPr lang="en-US" b="1" dirty="0"/>
              <a:t>Expected Results:</a:t>
            </a:r>
            <a:r>
              <a:rPr lang="en-US" dirty="0"/>
              <a:t> Increased session duration and conversion rates</a:t>
            </a:r>
          </a:p>
          <a:p>
            <a:pPr marL="0" indent="0">
              <a:buNone/>
            </a:pPr>
            <a:r>
              <a:rPr lang="en-US" b="1" dirty="0"/>
              <a:t>Actions ↔ Actions:</a:t>
            </a:r>
          </a:p>
          <a:p>
            <a:pPr lvl="1"/>
            <a:r>
              <a:rPr lang="en-US" dirty="0"/>
              <a:t>"Users who click 'Add to Cart' also click 'View Reviews’ </a:t>
            </a:r>
            <a:r>
              <a:rPr lang="ar-JO" dirty="0"/>
              <a:t>"</a:t>
            </a:r>
            <a:endParaRPr lang="en-US" dirty="0"/>
          </a:p>
          <a:p>
            <a:pPr lvl="1"/>
            <a:r>
              <a:rPr lang="en-US" b="1" dirty="0"/>
              <a:t>Action:</a:t>
            </a:r>
            <a:r>
              <a:rPr lang="en-US" dirty="0"/>
              <a:t> Automatically scroll or highlight reviews after cart interaction</a:t>
            </a:r>
          </a:p>
          <a:p>
            <a:pPr lvl="1"/>
            <a:r>
              <a:rPr lang="en-US" b="1" dirty="0"/>
              <a:t>Expected Results:</a:t>
            </a:r>
            <a:r>
              <a:rPr lang="en-US" dirty="0"/>
              <a:t> Higher purchase confidence, reduced cart abandonment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899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440F9-B9E2-B8E8-9000-E62CE586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73B80-800E-A863-13DB-91B41F70B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DD767E-EE4D-A94D-1BCC-A56951A51E7B}"/>
              </a:ext>
            </a:extLst>
          </p:cNvPr>
          <p:cNvSpPr txBox="1"/>
          <p:nvPr/>
        </p:nvSpPr>
        <p:spPr>
          <a:xfrm>
            <a:off x="838199" y="1857777"/>
            <a:ext cx="467909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Terms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Transaction:</a:t>
            </a:r>
            <a:r>
              <a:rPr lang="en-US" dirty="0"/>
              <a:t> One customer's shopping trip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Itemset:</a:t>
            </a:r>
            <a:r>
              <a:rPr lang="en-US" dirty="0"/>
              <a:t> Group of items, e.g., {Bread, Milk}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Association Rule:</a:t>
            </a:r>
            <a:r>
              <a:rPr lang="en-US" dirty="0"/>
              <a:t> X → Y, e.g., {Bread} → {Milk}</a:t>
            </a:r>
          </a:p>
          <a:p>
            <a:r>
              <a:rPr lang="en-US" b="1" dirty="0"/>
              <a:t>Goal:</a:t>
            </a:r>
            <a:br>
              <a:rPr lang="en-US" dirty="0"/>
            </a:br>
            <a:r>
              <a:rPr lang="en-US" dirty="0"/>
              <a:t>Find rules that are statistically significant, useful, and actionable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shopping cart full of food&#10;&#10;AI-generated content may be incorrect.">
            <a:extLst>
              <a:ext uri="{FF2B5EF4-FFF2-40B4-BE49-F238E27FC236}">
                <a16:creationId xmlns:a16="http://schemas.microsoft.com/office/drawing/2014/main" id="{705C105A-97C9-0206-8067-796D33D6C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608" y="1766133"/>
            <a:ext cx="2713191" cy="2713191"/>
          </a:xfrm>
          <a:prstGeom prst="rect">
            <a:avLst/>
          </a:prstGeom>
        </p:spPr>
      </p:pic>
      <p:pic>
        <p:nvPicPr>
          <p:cNvPr id="7" name="Picture 6" descr="A close-up of a paper&#10;&#10;AI-generated content may be incorrect.">
            <a:extLst>
              <a:ext uri="{FF2B5EF4-FFF2-40B4-BE49-F238E27FC236}">
                <a16:creationId xmlns:a16="http://schemas.microsoft.com/office/drawing/2014/main" id="{B79DD5E5-35F4-0EB8-3379-81437C9EE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172" y="1729062"/>
            <a:ext cx="2619047" cy="313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42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FECB8-FCF6-A050-9BBB-E134B97CF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 evaluate the strength and relevance of rules, we use: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C1BF33-37AE-890B-AB47-D6E68F7B9B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9839"/>
            <a:ext cx="6576427" cy="4584828"/>
          </a:xfrm>
        </p:spPr>
      </p:pic>
    </p:spTree>
    <p:extLst>
      <p:ext uri="{BB962C8B-B14F-4D97-AF65-F5344CB8AC3E}">
        <p14:creationId xmlns:p14="http://schemas.microsoft.com/office/powerpoint/2010/main" val="2082955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6F617-7B80-90D1-EEDC-570C9A79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C929-DD69-47BD-1459-A84B2EC58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Support Metric - "How Popular Is This Pattern?"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8B45B-22EE-19E8-1CDD-A9BA18DE9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6246707" cy="49910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Definition</a:t>
            </a:r>
          </a:p>
          <a:p>
            <a:pPr marL="0" indent="0">
              <a:buNone/>
            </a:pPr>
            <a:r>
              <a:rPr lang="en-US" sz="1800" dirty="0"/>
              <a:t>Percentage of transactions containing the itemset</a:t>
            </a:r>
          </a:p>
          <a:p>
            <a:pPr marL="0" indent="0">
              <a:buNone/>
            </a:pPr>
            <a:r>
              <a:rPr lang="en-US" sz="1800" b="1" dirty="0"/>
              <a:t>Formula</a:t>
            </a:r>
          </a:p>
          <a:p>
            <a:pPr marL="0" indent="0">
              <a:buNone/>
            </a:pPr>
            <a:r>
              <a:rPr lang="en-US" sz="1800" dirty="0"/>
              <a:t>Support(X) = Count(transactions with X) / Total transactions</a:t>
            </a:r>
          </a:p>
          <a:p>
            <a:pPr marL="0" indent="0">
              <a:buNone/>
            </a:pPr>
            <a:r>
              <a:rPr lang="en-US" sz="1800" b="1" dirty="0"/>
              <a:t>Calculations from Our Data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Support({Bread}) = 6/10 = 60% 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Support({Milk}) = 5/10 = 50% 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Support({Butter}) = 5/10 = 50% 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Support({Cheese}) = 6/10 = 60% 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Support({Bread, Milk}) = 3/10 = 30% 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Support({Butter, Cheese}) = 4/10 = 40%</a:t>
            </a:r>
          </a:p>
          <a:p>
            <a:pPr marL="0" indent="0">
              <a:buNone/>
            </a:pPr>
            <a:r>
              <a:rPr lang="en-US" sz="1800" b="1" dirty="0"/>
              <a:t>Why Support Matters</a:t>
            </a:r>
          </a:p>
          <a:p>
            <a:r>
              <a:rPr lang="en-US" sz="1800" b="1" dirty="0"/>
              <a:t>High support:</a:t>
            </a:r>
            <a:r>
              <a:rPr lang="en-US" sz="1800" dirty="0"/>
              <a:t> Common, reliable patterns</a:t>
            </a:r>
          </a:p>
          <a:p>
            <a:r>
              <a:rPr lang="en-US" sz="1800" b="1" dirty="0"/>
              <a:t>Low support:</a:t>
            </a:r>
            <a:r>
              <a:rPr lang="en-US" sz="1800" dirty="0"/>
              <a:t> Rare, potentially spurious patterns</a:t>
            </a:r>
          </a:p>
          <a:p>
            <a:r>
              <a:rPr lang="en-US" sz="1800" b="1" dirty="0"/>
              <a:t>Threshold:</a:t>
            </a:r>
            <a:r>
              <a:rPr lang="en-US" sz="1800" dirty="0"/>
              <a:t> Typically, 5-20% depending on business context</a:t>
            </a:r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5D3C910E-DD75-6DB3-3A1B-FDBD3CECFF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2356141"/>
              </p:ext>
            </p:extLst>
          </p:nvPr>
        </p:nvGraphicFramePr>
        <p:xfrm>
          <a:off x="7430530" y="1879255"/>
          <a:ext cx="3807940" cy="3352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30741">
                  <a:extLst>
                    <a:ext uri="{9D8B030D-6E8A-4147-A177-3AD203B41FA5}">
                      <a16:colId xmlns:a16="http://schemas.microsoft.com/office/drawing/2014/main" val="83576377"/>
                    </a:ext>
                  </a:extLst>
                </a:gridCol>
                <a:gridCol w="2477199">
                  <a:extLst>
                    <a:ext uri="{9D8B030D-6E8A-4147-A177-3AD203B41FA5}">
                      <a16:colId xmlns:a16="http://schemas.microsoft.com/office/drawing/2014/main" val="62154499"/>
                    </a:ext>
                  </a:extLst>
                </a:gridCol>
              </a:tblGrid>
              <a:tr h="265016">
                <a:tc>
                  <a:txBody>
                    <a:bodyPr/>
                    <a:lstStyle/>
                    <a:p>
                      <a:r>
                        <a:rPr lang="en-US" sz="1400" dirty="0"/>
                        <a:t>Transaction ID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Items Purchased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618146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{Bread, Milk, Eggs}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9284684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{Bread, Butter, Cheese}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706385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{Milk, Butter,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0415316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Milk, Butter}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021022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Milk, Eggs, Cheese}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921480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{Butter,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320554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Butter, Eggs}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4799868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 dirty="0"/>
                        <a:t>T8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{Milk,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743236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Milk, Butter, Cheese}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114685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 dirty="0"/>
                        <a:t>T10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{Eggs,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148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524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F7BE-8FAC-3AFD-77D9-ABCE43655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Confidence Metric – Direction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6D561-3069-D7F3-08E9-AC3AC2AFD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515199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Support tells us how many times two items appear together:</a:t>
            </a:r>
          </a:p>
          <a:p>
            <a:pPr lvl="1"/>
            <a:r>
              <a:rPr lang="en-US" dirty="0"/>
              <a:t>Support(milk ∩ diapers) = 100 / 1000 = 10% </a:t>
            </a:r>
          </a:p>
          <a:p>
            <a:r>
              <a:rPr lang="en-US" dirty="0"/>
              <a:t>But support is symmetric (have no direction) it does not tell us if we should recommend milk when diapers are bought or should we recommend milk when diapers are bought?</a:t>
            </a:r>
          </a:p>
          <a:p>
            <a:r>
              <a:rPr lang="en-US" dirty="0">
                <a:solidFill>
                  <a:srgbClr val="0070C0"/>
                </a:solidFill>
              </a:rPr>
              <a:t>Confidence answers this question by measuring the conditional probability.</a:t>
            </a:r>
          </a:p>
          <a:p>
            <a:pPr marL="0" indent="0">
              <a:buNone/>
            </a:pPr>
            <a:r>
              <a:rPr lang="en-US" b="1" dirty="0"/>
              <a:t>Scenario: </a:t>
            </a:r>
            <a:r>
              <a:rPr lang="en-US" dirty="0"/>
              <a:t>We have 1,000 transactions of </a:t>
            </a:r>
            <a:r>
              <a:rPr lang="en-US" b="1" dirty="0" err="1"/>
              <a:t>Itemsets</a:t>
            </a:r>
            <a:r>
              <a:rPr lang="en-US" b="1" dirty="0"/>
              <a:t>: {</a:t>
            </a:r>
            <a:r>
              <a:rPr lang="en-US" dirty="0"/>
              <a:t>Milk, Diapers}</a:t>
            </a:r>
          </a:p>
          <a:p>
            <a:pPr marL="0" indent="0">
              <a:buNone/>
            </a:pPr>
            <a:r>
              <a:rPr lang="en-US" b="1" dirty="0"/>
              <a:t>Raw Data:</a:t>
            </a:r>
            <a:endParaRPr lang="en-US" dirty="0"/>
          </a:p>
          <a:p>
            <a:r>
              <a:rPr lang="en-US" dirty="0"/>
              <a:t>500 bought milk</a:t>
            </a:r>
          </a:p>
          <a:p>
            <a:r>
              <a:rPr lang="en-US" dirty="0"/>
              <a:t>150 bought diapers</a:t>
            </a:r>
          </a:p>
          <a:p>
            <a:r>
              <a:rPr lang="en-US" dirty="0"/>
              <a:t>100 bought both milk and diapers</a:t>
            </a:r>
          </a:p>
          <a:p>
            <a:pPr marL="0" indent="0">
              <a:buNone/>
            </a:pPr>
            <a:r>
              <a:rPr lang="en-US" dirty="0"/>
              <a:t>Which rule should we use</a:t>
            </a:r>
          </a:p>
          <a:p>
            <a:pPr marL="0" indent="0">
              <a:buNone/>
            </a:pPr>
            <a:r>
              <a:rPr lang="en-US" b="1" dirty="0"/>
              <a:t>Diapers </a:t>
            </a:r>
            <a:r>
              <a:rPr lang="en-US" b="1" dirty="0">
                <a:sym typeface="Wingdings" panose="05000000000000000000" pitchFamily="2" charset="2"/>
              </a:rPr>
              <a:t> Milk</a:t>
            </a:r>
          </a:p>
          <a:p>
            <a:pPr marL="0" indent="0">
              <a:buNone/>
            </a:pPr>
            <a:r>
              <a:rPr lang="en-US" b="1" dirty="0"/>
              <a:t>Milk -&gt; Diapers</a:t>
            </a:r>
          </a:p>
          <a:p>
            <a:pPr marL="0" indent="0">
              <a:buNone/>
            </a:pPr>
            <a:r>
              <a:rPr lang="en-US" b="1" dirty="0"/>
              <a:t>Or Both?</a:t>
            </a:r>
          </a:p>
        </p:txBody>
      </p:sp>
    </p:spTree>
    <p:extLst>
      <p:ext uri="{BB962C8B-B14F-4D97-AF65-F5344CB8AC3E}">
        <p14:creationId xmlns:p14="http://schemas.microsoft.com/office/powerpoint/2010/main" val="115787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E4C16-8016-6CC0-25C6-2198AA63C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1713C-1D56-EE07-D7AC-E1ABB9A1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Confidence Metric – Direction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9E64B-7903-0471-06AE-02B20D3C3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01946"/>
            <a:ext cx="10515600" cy="4633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Therefore, Diapers </a:t>
            </a:r>
            <a:r>
              <a:rPr lang="en-US" sz="1600" dirty="0">
                <a:sym typeface="Wingdings" panose="05000000000000000000" pitchFamily="2" charset="2"/>
              </a:rPr>
              <a:t> Milk is the rule that we should select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93D4BD-EB64-CE6E-FAC3-571FA0C7A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5013"/>
            <a:ext cx="5393642" cy="450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9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616C-41EE-2B5B-760C-E900F7CFD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The Importance of Confidence, Direction Matters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986A135-B943-08AB-BF49-B8AFBFF1A0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585547"/>
              </p:ext>
            </p:extLst>
          </p:nvPr>
        </p:nvGraphicFramePr>
        <p:xfrm>
          <a:off x="838200" y="1706563"/>
          <a:ext cx="10515599" cy="44500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898468">
                  <a:extLst>
                    <a:ext uri="{9D8B030D-6E8A-4147-A177-3AD203B41FA5}">
                      <a16:colId xmlns:a16="http://schemas.microsoft.com/office/drawing/2014/main" val="1099920249"/>
                    </a:ext>
                  </a:extLst>
                </a:gridCol>
                <a:gridCol w="3359331">
                  <a:extLst>
                    <a:ext uri="{9D8B030D-6E8A-4147-A177-3AD203B41FA5}">
                      <a16:colId xmlns:a16="http://schemas.microsoft.com/office/drawing/2014/main" val="42003574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567615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2503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Domain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Rule A → B (Strong)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Rule B → A (Weak or Misleading)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Reason for Asymmetry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222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Retail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Buys Smartphone → Buys Phone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Buys Phone Case → Buys Smartphone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Cases are often bought later or as replacements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92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Web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Visits Product Page → Adds to 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Adds to Cart → Visits Product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Visit is required, but not all visits lead to cart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002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Healthcare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Diagnosed with Diabetes → Prescribed Insulin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Prescribed Insulin → Diagnosed with Diabetes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Insulin used for other conditions too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332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Fraud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Unusual Login → Account 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Account Lock → Unusual 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Locks triggered by various 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6471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E-Learning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Watches Lecture Video → Submits Homework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Submits Homework → Watches Lecture Video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Some students skip the video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1208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Streaming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Subscribes to Premium Plan → Watches Exclusive Shows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Watches Exclusive Shows → Subscribes to Premium 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Content may be shared or watched via someone else's account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662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Misses Loan Payment → Credit Score Drops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Credit Score Drops → Misses Loan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Scores drop for many other financial behaviors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5064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HR / Workforce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Attends Training → Improved Job Performance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Improved Job Performance → Attended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Performance may improve for unrelated reasons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3656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035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EBE3E-0A49-2947-0CEC-18B7160B8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Lift Metric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394C5-CDB7-FD4D-AA66-701E1D158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5244669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The confidence metric can be misleading in some scenarios such as when the consequent is a common item.</a:t>
            </a:r>
          </a:p>
          <a:p>
            <a:pPr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The lift metric answers the questions whether this co-occurrence is truly meaningful or it occurred just by change.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/>
              <a:t>Scenario: </a:t>
            </a:r>
            <a:r>
              <a:rPr lang="en-US"/>
              <a:t>We analyze 100 transactions at a bakery.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/>
              <a:t>Itemset: {</a:t>
            </a:r>
            <a:r>
              <a:rPr lang="en-US" dirty="0"/>
              <a:t>Biscuits, Bread}</a:t>
            </a:r>
          </a:p>
          <a:p>
            <a:pPr marL="0" indent="0">
              <a:buNone/>
            </a:pPr>
            <a:r>
              <a:rPr lang="en-US" b="1" dirty="0"/>
              <a:t>Observations:</a:t>
            </a:r>
            <a:endParaRPr lang="en-US" dirty="0"/>
          </a:p>
          <a:p>
            <a:r>
              <a:rPr lang="en-US" dirty="0"/>
              <a:t>40 people bought biscuits</a:t>
            </a:r>
          </a:p>
          <a:p>
            <a:r>
              <a:rPr lang="en-US" dirty="0"/>
              <a:t>100 people bought bread</a:t>
            </a:r>
          </a:p>
          <a:p>
            <a:r>
              <a:rPr lang="en-US" dirty="0"/>
              <a:t>32 of those who bought biscuits also bought bread</a:t>
            </a:r>
          </a:p>
          <a:p>
            <a:pPr marL="0" indent="0">
              <a:buNone/>
            </a:pPr>
            <a:r>
              <a:rPr lang="en-US" b="1" dirty="0"/>
              <a:t>Confidence (Bread | Biscuits): </a:t>
            </a:r>
            <a:r>
              <a:rPr lang="en-US" dirty="0"/>
              <a:t>= 32 / 40 = </a:t>
            </a:r>
            <a:r>
              <a:rPr lang="en-US" b="1" dirty="0"/>
              <a:t>80%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But Bread is Bought in Every Transaction: </a:t>
            </a:r>
            <a:r>
              <a:rPr lang="en-US" dirty="0"/>
              <a:t>Support(Bread) = 100 / 100 = </a:t>
            </a:r>
            <a:r>
              <a:rPr lang="en-US" b="1" dirty="0"/>
              <a:t>1.0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We can use Lift to expose this relation</a:t>
            </a:r>
          </a:p>
          <a:p>
            <a:pPr marL="0" indent="0">
              <a:buNone/>
            </a:pPr>
            <a:r>
              <a:rPr lang="en-US" b="1" dirty="0"/>
              <a:t>Lift = Confidence / Support(Bread): </a:t>
            </a:r>
            <a:r>
              <a:rPr lang="en-US" dirty="0"/>
              <a:t>= 0.80 / 1.0 = </a:t>
            </a:r>
            <a:r>
              <a:rPr lang="en-US" b="1" dirty="0"/>
              <a:t>0.8 (below 1)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Interpretation:</a:t>
            </a:r>
            <a:endParaRPr lang="en-US" dirty="0"/>
          </a:p>
          <a:p>
            <a:r>
              <a:rPr lang="en-US" dirty="0"/>
              <a:t>Confidence is high (80%), suggesting a strong rule</a:t>
            </a:r>
          </a:p>
          <a:p>
            <a:r>
              <a:rPr lang="en-US" dirty="0"/>
              <a:t>But since bread is in every basket, the 80% is </a:t>
            </a:r>
            <a:r>
              <a:rPr lang="en-US" b="1" dirty="0"/>
              <a:t>not surprising</a:t>
            </a:r>
            <a:endParaRPr lang="en-US" dirty="0"/>
          </a:p>
          <a:p>
            <a:r>
              <a:rPr lang="en-US" dirty="0"/>
              <a:t>Lift &lt; 1 shows this is actually a </a:t>
            </a:r>
            <a:r>
              <a:rPr lang="en-US" b="1" dirty="0"/>
              <a:t>weak or negative association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Conclusion:</a:t>
            </a:r>
          </a:p>
          <a:p>
            <a:r>
              <a:rPr lang="en-US" dirty="0"/>
              <a:t>Lift adjusts for how common the consequent is.</a:t>
            </a:r>
          </a:p>
          <a:p>
            <a:r>
              <a:rPr lang="en-US" dirty="0"/>
              <a:t>It reveals when a high confidence is simply a result of a </a:t>
            </a:r>
            <a:r>
              <a:rPr lang="en-US" b="1" dirty="0"/>
              <a:t>popular item</a:t>
            </a:r>
            <a:r>
              <a:rPr lang="en-US" dirty="0"/>
              <a:t>, not a meaningful relationship.</a:t>
            </a:r>
          </a:p>
        </p:txBody>
      </p:sp>
    </p:spTree>
    <p:extLst>
      <p:ext uri="{BB962C8B-B14F-4D97-AF65-F5344CB8AC3E}">
        <p14:creationId xmlns:p14="http://schemas.microsoft.com/office/powerpoint/2010/main" val="834475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4BF20-9F6B-53F5-F9C4-82C82044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Lift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7E86B-8195-ABC4-FB51-50C4A2AC3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Lift &gt; 1: Items A and B are positively correlated (they appear together more than expected)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Lift &lt; 1: Items A and B are negatively correlated (they appear together less than expected)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Lift = 1: Items A and B are independent (no association)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645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4C7CB-A0FB-53BD-F5B2-69AE96A0E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Lift Examples: Lift &gt;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89DDF-B48C-5A99-824B-F07E6AA4B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51519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Example: Analyzing convenience store purchases.</a:t>
            </a:r>
          </a:p>
          <a:p>
            <a:pPr marL="0" indent="0">
              <a:buNone/>
            </a:pPr>
            <a:r>
              <a:rPr lang="en-US" dirty="0"/>
              <a:t>Items: {Chips, Soda}</a:t>
            </a:r>
          </a:p>
          <a:p>
            <a:pPr marL="0" indent="0">
              <a:buNone/>
            </a:pPr>
            <a:r>
              <a:rPr lang="en-US" dirty="0"/>
              <a:t>From 100 transactions:</a:t>
            </a:r>
          </a:p>
          <a:p>
            <a:r>
              <a:rPr lang="en-US" dirty="0"/>
              <a:t>40 people bought chips</a:t>
            </a:r>
          </a:p>
          <a:p>
            <a:r>
              <a:rPr lang="en-US" dirty="0"/>
              <a:t>50 people bought soda</a:t>
            </a:r>
          </a:p>
          <a:p>
            <a:r>
              <a:rPr lang="en-US" dirty="0"/>
              <a:t>30 people bought both chips and soda</a:t>
            </a:r>
          </a:p>
          <a:p>
            <a:pPr marL="0" indent="0">
              <a:buNone/>
            </a:pPr>
            <a:r>
              <a:rPr lang="en-US" dirty="0"/>
              <a:t>Metrics:</a:t>
            </a:r>
          </a:p>
          <a:p>
            <a:r>
              <a:rPr lang="en-US" dirty="0"/>
              <a:t>Support (chips ∩ soda) = 30 / 100 = 0.30</a:t>
            </a:r>
          </a:p>
          <a:p>
            <a:r>
              <a:rPr lang="en-US" dirty="0"/>
              <a:t>Support (chips) = 40 / 100 = 0.40</a:t>
            </a:r>
          </a:p>
          <a:p>
            <a:r>
              <a:rPr lang="en-US" dirty="0"/>
              <a:t>Support (soda) = 50 / 100 = 0.50</a:t>
            </a:r>
          </a:p>
          <a:p>
            <a:r>
              <a:rPr lang="en-US" dirty="0"/>
              <a:t>Confidence (soda | chips):= 0.30 / 0.40 = 0.75</a:t>
            </a:r>
          </a:p>
          <a:p>
            <a:r>
              <a:rPr lang="en-US" dirty="0"/>
              <a:t>Lift:= 0.75 / 0.50 = 1.5</a:t>
            </a:r>
          </a:p>
          <a:p>
            <a:pPr marL="0" indent="0">
              <a:buNone/>
            </a:pPr>
            <a:r>
              <a:rPr lang="en-US" dirty="0"/>
              <a:t>Interpretation:</a:t>
            </a:r>
          </a:p>
          <a:p>
            <a:r>
              <a:rPr lang="en-US" dirty="0"/>
              <a:t>A lift of 1.5 means that people who buy chips are 50% more likely to also buy soda than the average customer.</a:t>
            </a:r>
          </a:p>
          <a:p>
            <a:r>
              <a:rPr lang="en-US" dirty="0"/>
              <a:t>This shows a positive association, which makes sense: chips and soda are often consumed together.</a:t>
            </a:r>
          </a:p>
        </p:txBody>
      </p:sp>
    </p:spTree>
    <p:extLst>
      <p:ext uri="{BB962C8B-B14F-4D97-AF65-F5344CB8AC3E}">
        <p14:creationId xmlns:p14="http://schemas.microsoft.com/office/powerpoint/2010/main" val="2311531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29053-B25D-8437-7DDD-113C98338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Lift Examples: Lift &lt; 1 – Negative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3E470-126F-0470-F370-550A166C8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5226134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/>
              <a:t>Lift can be less than 1 in two cases:</a:t>
            </a:r>
          </a:p>
          <a:p>
            <a:pPr marL="342900" indent="-342900"/>
            <a:r>
              <a:rPr lang="en-US"/>
              <a:t>When the consequent is common like in the bread/butter example.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/>
            <a:r>
              <a:rPr lang="en-US"/>
              <a:t>When there is a negative relationship between the antecedent and the consequent as show next.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/>
              <a:t>Example: Analyzing supermarket transactions.</a:t>
            </a:r>
            <a:endParaRPr lang="en-US" b="1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/>
              <a:t>Items: {Toothpaste, Candy}</a:t>
            </a:r>
          </a:p>
          <a:p>
            <a:pPr marL="0" indent="0">
              <a:buNone/>
            </a:pPr>
            <a:r>
              <a:rPr lang="en-US" dirty="0"/>
              <a:t>Data from 100 transactions:</a:t>
            </a:r>
          </a:p>
          <a:p>
            <a:r>
              <a:rPr lang="en-US" dirty="0"/>
              <a:t>40 people bought toothpaste</a:t>
            </a:r>
          </a:p>
          <a:p>
            <a:r>
              <a:rPr lang="en-US" dirty="0"/>
              <a:t>30 people bought candy</a:t>
            </a:r>
          </a:p>
          <a:p>
            <a:r>
              <a:rPr lang="en-US" dirty="0"/>
              <a:t>Only 4 people bought both toothpaste and candy</a:t>
            </a:r>
          </a:p>
          <a:p>
            <a:pPr marL="0" indent="0">
              <a:buNone/>
            </a:pPr>
            <a:r>
              <a:rPr lang="en-US" dirty="0"/>
              <a:t>Metrics: </a:t>
            </a:r>
          </a:p>
          <a:p>
            <a:r>
              <a:rPr lang="en-US" dirty="0"/>
              <a:t>Support (toothpaste ∩ candy) = 4 / 100 = 0.04</a:t>
            </a:r>
          </a:p>
          <a:p>
            <a:r>
              <a:rPr lang="en-US" dirty="0"/>
              <a:t>Support (toothpaste) = 40 / 100 = 0.40</a:t>
            </a:r>
          </a:p>
          <a:p>
            <a:r>
              <a:rPr lang="en-US" dirty="0"/>
              <a:t>Support (candy) = 30 / 100 = 0.30</a:t>
            </a:r>
          </a:p>
          <a:p>
            <a:r>
              <a:rPr lang="en-US" dirty="0"/>
              <a:t>Confidence (candy | toothpaste):= Support (toothpaste ∩ candy) / Support (toothpaste)= 0.04 / 0.40 = 0.10</a:t>
            </a:r>
          </a:p>
          <a:p>
            <a:r>
              <a:rPr lang="en-US" dirty="0"/>
              <a:t>Lift:= Confidence / Support (candy)= 0.10 / 0.30 = 0.33</a:t>
            </a:r>
          </a:p>
          <a:p>
            <a:pPr marL="0" indent="0">
              <a:buNone/>
            </a:pPr>
            <a:r>
              <a:rPr lang="en-US" dirty="0"/>
              <a:t>Interpretation:</a:t>
            </a:r>
          </a:p>
          <a:p>
            <a:r>
              <a:rPr lang="en-US" dirty="0"/>
              <a:t>A lift of 0.33 means people who buy toothpaste are less likely to buy candy than the average customer.</a:t>
            </a:r>
          </a:p>
          <a:p>
            <a:r>
              <a:rPr lang="en-US" dirty="0"/>
              <a:t>This negative association makes sense intuitively: people buying dental hygiene products might avoid sugary items like candy.</a:t>
            </a:r>
          </a:p>
        </p:txBody>
      </p:sp>
    </p:spTree>
    <p:extLst>
      <p:ext uri="{BB962C8B-B14F-4D97-AF65-F5344CB8AC3E}">
        <p14:creationId xmlns:p14="http://schemas.microsoft.com/office/powerpoint/2010/main" val="3589465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F449-8EB2-4A35-0E5D-148ACC5A1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Lift Examples:- Lift =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84354-661A-5C14-DFC3-A6A7DCA2C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8"/>
            <a:ext cx="4802659" cy="352707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Example: Analyzing grocery store data.</a:t>
            </a:r>
          </a:p>
          <a:p>
            <a:pPr marL="0" indent="0">
              <a:buNone/>
            </a:pPr>
            <a:r>
              <a:rPr lang="en-US" dirty="0"/>
              <a:t>Items: {Milk, Bread}</a:t>
            </a:r>
          </a:p>
          <a:p>
            <a:pPr marL="0" indent="0">
              <a:buNone/>
            </a:pPr>
            <a:r>
              <a:rPr lang="en-US" dirty="0"/>
              <a:t>From 100 transactions:</a:t>
            </a:r>
          </a:p>
          <a:p>
            <a:r>
              <a:rPr lang="en-US" dirty="0"/>
              <a:t>40 people bought milk</a:t>
            </a:r>
          </a:p>
          <a:p>
            <a:r>
              <a:rPr lang="en-US" dirty="0"/>
              <a:t>50 people bought bread</a:t>
            </a:r>
          </a:p>
          <a:p>
            <a:r>
              <a:rPr lang="en-US" dirty="0"/>
              <a:t>20 people bought both milk and bread</a:t>
            </a:r>
          </a:p>
          <a:p>
            <a:pPr marL="0" indent="0">
              <a:buNone/>
            </a:pPr>
            <a:r>
              <a:rPr lang="en-US" dirty="0"/>
              <a:t>Metrics:</a:t>
            </a:r>
          </a:p>
          <a:p>
            <a:r>
              <a:rPr lang="en-US" dirty="0"/>
              <a:t>Support (milk ∩ bread) = 20 / 100 = 0.20</a:t>
            </a:r>
          </a:p>
          <a:p>
            <a:r>
              <a:rPr lang="en-US" dirty="0"/>
              <a:t>Support (milk) = 40 / 100 = 0.40</a:t>
            </a:r>
          </a:p>
          <a:p>
            <a:r>
              <a:rPr lang="en-US" dirty="0"/>
              <a:t>Support (bread) = 50 / 100 = 0.50</a:t>
            </a:r>
          </a:p>
          <a:p>
            <a:r>
              <a:rPr lang="en-US" dirty="0"/>
              <a:t>Confidence (bread | milk):= 0.20 / 0.40 = 0.50</a:t>
            </a:r>
          </a:p>
          <a:p>
            <a:r>
              <a:rPr lang="en-US" dirty="0"/>
              <a:t>Lift:= 0.50 / 0.50 = 1.0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D069FD-7B37-85AA-7C66-0FC15C990DD8}"/>
              </a:ext>
            </a:extLst>
          </p:cNvPr>
          <p:cNvSpPr txBox="1"/>
          <p:nvPr/>
        </p:nvSpPr>
        <p:spPr>
          <a:xfrm>
            <a:off x="838200" y="5321813"/>
            <a:ext cx="10015687" cy="8617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 dirty="0"/>
              <a:t>Interpretation: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A lift of 1 means people who buy milk are neither more nor less likely to buy bread than the general population.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This suggests no real association between milk and bread in this dataset.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DA6AEBD-CB6D-CBC3-0968-E6D29B4C3B65}"/>
              </a:ext>
            </a:extLst>
          </p:cNvPr>
          <p:cNvSpPr txBox="1">
            <a:spLocks/>
          </p:cNvSpPr>
          <p:nvPr/>
        </p:nvSpPr>
        <p:spPr>
          <a:xfrm>
            <a:off x="5883875" y="1634458"/>
            <a:ext cx="4802659" cy="3527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Another Example: Analyzing grocery store data.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Items: {Milk, Bread}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From 100 transactions:</a:t>
            </a:r>
          </a:p>
          <a:p>
            <a:r>
              <a:rPr lang="en-US" dirty="0"/>
              <a:t>40 people bought milk</a:t>
            </a:r>
          </a:p>
          <a:p>
            <a:r>
              <a:rPr lang="en-US" dirty="0"/>
              <a:t>40 people bought bread</a:t>
            </a:r>
          </a:p>
          <a:p>
            <a:r>
              <a:rPr lang="en-US" dirty="0"/>
              <a:t>16 people bought both milk and bread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Metrics:</a:t>
            </a:r>
          </a:p>
          <a:p>
            <a:r>
              <a:rPr lang="en-US" dirty="0"/>
              <a:t>Support (milk ∩ bread) = 16 / 100 = 0.16</a:t>
            </a:r>
          </a:p>
          <a:p>
            <a:r>
              <a:rPr lang="en-US" dirty="0"/>
              <a:t>Support (milk) = 40 / 100 = 0.40</a:t>
            </a:r>
          </a:p>
          <a:p>
            <a:r>
              <a:rPr lang="en-US" dirty="0"/>
              <a:t>Support (bread) = 40 / 100 = 0.40</a:t>
            </a:r>
          </a:p>
          <a:p>
            <a:r>
              <a:rPr lang="en-US" dirty="0"/>
              <a:t>Confidence (bread | milk):= 0.16 / 0.40 = 0.40</a:t>
            </a:r>
          </a:p>
          <a:p>
            <a:r>
              <a:rPr lang="en-US" dirty="0"/>
              <a:t>Lift:= 0.40 / 0.40 = 1.0</a:t>
            </a:r>
          </a:p>
        </p:txBody>
      </p:sp>
    </p:spTree>
    <p:extLst>
      <p:ext uri="{BB962C8B-B14F-4D97-AF65-F5344CB8AC3E}">
        <p14:creationId xmlns:p14="http://schemas.microsoft.com/office/powerpoint/2010/main" val="1201106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C4B6B-CFD3-5533-E29B-AE6EA448C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F9FE4-A5C2-EB26-3595-1ACE4F313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Apriori Algorithm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581E5-DCFA-CFE2-A759-B2D5411A0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Core Principle: Apriori Property</a:t>
            </a:r>
          </a:p>
          <a:p>
            <a:pPr marL="0" indent="0">
              <a:buNone/>
            </a:pPr>
            <a:r>
              <a:rPr lang="en-US" sz="1800" dirty="0"/>
              <a:t>"All subsets of a frequent itemset must be frequent"</a:t>
            </a:r>
          </a:p>
          <a:p>
            <a:pPr marL="0" indent="0">
              <a:buNone/>
            </a:pPr>
            <a:r>
              <a:rPr lang="en-US" sz="1800" b="1" dirty="0"/>
              <a:t>Example</a:t>
            </a:r>
          </a:p>
          <a:p>
            <a:pPr marL="0" indent="0">
              <a:buNone/>
            </a:pPr>
            <a:r>
              <a:rPr lang="en-US" sz="1800" dirty="0"/>
              <a:t>If {Bread, Milk, Butter} is frequent, then:</a:t>
            </a:r>
          </a:p>
          <a:p>
            <a:r>
              <a:rPr lang="en-US" sz="2000" dirty="0"/>
              <a:t>{Bread, Milk} must be frequent</a:t>
            </a:r>
          </a:p>
          <a:p>
            <a:r>
              <a:rPr lang="en-US" sz="2000" dirty="0"/>
              <a:t>{Bread, Butter} must be frequent</a:t>
            </a:r>
          </a:p>
          <a:p>
            <a:r>
              <a:rPr lang="en-US" sz="2000" dirty="0"/>
              <a:t>{Milk, Butter} must be frequent</a:t>
            </a:r>
          </a:p>
          <a:p>
            <a:r>
              <a:rPr lang="en-US" sz="2000" dirty="0"/>
              <a:t>{Bread}, {Milk}, {Butter} must be frequent</a:t>
            </a:r>
          </a:p>
          <a:p>
            <a:pPr marL="0" indent="0">
              <a:buNone/>
            </a:pPr>
            <a:r>
              <a:rPr lang="en-US" sz="1800" b="1" dirty="0"/>
              <a:t>Pruning Power</a:t>
            </a:r>
          </a:p>
          <a:p>
            <a:pPr marL="0" indent="0">
              <a:buNone/>
            </a:pPr>
            <a:r>
              <a:rPr lang="en-US" sz="1600" dirty="0"/>
              <a:t>If {Bread, Milk} is NOT frequent, then:</a:t>
            </a:r>
          </a:p>
          <a:p>
            <a:r>
              <a:rPr lang="en-US" sz="2000" dirty="0"/>
              <a:t>{Bread, Milk, Butter} cannot be frequent</a:t>
            </a:r>
          </a:p>
          <a:p>
            <a:r>
              <a:rPr lang="en-US" sz="2000" dirty="0"/>
              <a:t>{Bread, Milk, Cheese} cannot be frequent</a:t>
            </a:r>
          </a:p>
          <a:p>
            <a:r>
              <a:rPr lang="en-US" sz="2000" dirty="0"/>
              <a:t>Any superset containing {Bread, Milk} can be eliminated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1312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9869B-C17E-4C3F-AE60-A17FB217A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2777E-C23E-8CAE-A81E-ADA523F4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Apriori Algorithm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97667-A7E4-7E53-67C9-F8B9D8DAF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Algorithm Workflow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Find L₁:</a:t>
            </a:r>
            <a:r>
              <a:rPr lang="en-US" dirty="0"/>
              <a:t> Count all items, keep frequent ones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Generate candidates:</a:t>
            </a:r>
            <a:r>
              <a:rPr lang="en-US" dirty="0"/>
              <a:t> Combine frequent (k-1)-</a:t>
            </a:r>
            <a:r>
              <a:rPr lang="en-US" dirty="0" err="1"/>
              <a:t>itemsets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Prune candidates:</a:t>
            </a:r>
            <a:r>
              <a:rPr lang="en-US" dirty="0"/>
              <a:t> Remove those with infrequent subsets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Count support:</a:t>
            </a:r>
            <a:r>
              <a:rPr lang="en-US" dirty="0"/>
              <a:t> Scan database for remaining candidates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Filter:</a:t>
            </a:r>
            <a:r>
              <a:rPr lang="en-US" dirty="0"/>
              <a:t> Keep only frequent k-</a:t>
            </a:r>
            <a:r>
              <a:rPr lang="en-US" err="1"/>
              <a:t>itemsets</a:t>
            </a:r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Repeat:</a:t>
            </a:r>
            <a:r>
              <a:rPr lang="en-US" dirty="0"/>
              <a:t> Until no new frequent </a:t>
            </a:r>
            <a:r>
              <a:rPr lang="en-US" dirty="0" err="1"/>
              <a:t>itemsets</a:t>
            </a:r>
            <a:r>
              <a:rPr lang="en-US" dirty="0"/>
              <a:t> found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Generate rules:</a:t>
            </a:r>
            <a:r>
              <a:rPr lang="en-US" dirty="0"/>
              <a:t> From all frequent </a:t>
            </a:r>
            <a:r>
              <a:rPr lang="en-US" dirty="0" err="1"/>
              <a:t>itemsets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Parameters for Our Example</a:t>
            </a:r>
          </a:p>
          <a:p>
            <a:r>
              <a:rPr lang="en-US" b="1" dirty="0"/>
              <a:t>Minimum Support:</a:t>
            </a:r>
            <a:r>
              <a:rPr lang="en-US" dirty="0"/>
              <a:t> 30% (3 out of 10 transactions)</a:t>
            </a:r>
          </a:p>
          <a:p>
            <a:r>
              <a:rPr lang="en-US" b="1" dirty="0"/>
              <a:t>Minimum Confidence:</a:t>
            </a:r>
            <a:r>
              <a:rPr lang="en-US" dirty="0"/>
              <a:t> 60%</a:t>
            </a:r>
          </a:p>
          <a:p>
            <a:r>
              <a:rPr lang="en-US" b="1" dirty="0"/>
              <a:t>Minimum Lift:</a:t>
            </a:r>
            <a:r>
              <a:rPr lang="en-US" dirty="0"/>
              <a:t> 1.2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355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33874-5292-6700-CA71-2E8D77B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648F-7E59-4851-3113-37665957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1 - Find Frequent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D891A-C034-7F65-FAAD-1988E871B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8"/>
            <a:ext cx="10515600" cy="5305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Count Individual Items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B054D0-36F9-3FDC-61DE-3DEA5DD7A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988865"/>
              </p:ext>
            </p:extLst>
          </p:nvPr>
        </p:nvGraphicFramePr>
        <p:xfrm>
          <a:off x="838200" y="2331896"/>
          <a:ext cx="10515600" cy="2560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024754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285614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898043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74895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Item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Count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879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Milk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199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Butter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961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Cheese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746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Eggs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292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Yogurt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638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730B9AF-F0B4-E86F-B4B0-CEC9C5D0DCFE}"/>
              </a:ext>
            </a:extLst>
          </p:cNvPr>
          <p:cNvSpPr txBox="1"/>
          <p:nvPr/>
        </p:nvSpPr>
        <p:spPr>
          <a:xfrm>
            <a:off x="838200" y="5253335"/>
            <a:ext cx="60949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Result: L₁ (Frequent 1-itemsets)</a:t>
            </a:r>
          </a:p>
          <a:p>
            <a:pPr>
              <a:buNone/>
            </a:pPr>
            <a:r>
              <a:rPr lang="en-US" b="1" dirty="0"/>
              <a:t>All items meet 30% minimum support threshold</a:t>
            </a:r>
            <a:endParaRPr lang="en-US" dirty="0"/>
          </a:p>
          <a:p>
            <a:r>
              <a:rPr lang="en-US" dirty="0"/>
              <a:t>L₁ = {{Bread}, {Milk}, {Butter}, {Cheese}, {Eggs}, {Yogurt}}</a:t>
            </a:r>
          </a:p>
        </p:txBody>
      </p:sp>
    </p:spTree>
    <p:extLst>
      <p:ext uri="{BB962C8B-B14F-4D97-AF65-F5344CB8AC3E}">
        <p14:creationId xmlns:p14="http://schemas.microsoft.com/office/powerpoint/2010/main" val="839997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3C0A3-8D80-C9D2-54AC-76CFAB8A0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81DBB-5461-6871-2839-466317DA6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Iteration 2 - Find Frequent Pairs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B2C7C-D231-2D17-63B4-EC57F81DC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8"/>
            <a:ext cx="10515600" cy="10927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Generate All Possible Pairs</a:t>
            </a:r>
          </a:p>
          <a:p>
            <a:pPr marL="0" indent="0">
              <a:buNone/>
            </a:pPr>
            <a:r>
              <a:rPr lang="en-US" sz="1800" dirty="0"/>
              <a:t>6 items → 15 possible pairs</a:t>
            </a:r>
          </a:p>
          <a:p>
            <a:pPr marL="0" indent="0">
              <a:buNone/>
            </a:pPr>
            <a:r>
              <a:rPr lang="en-US" sz="1800" dirty="0"/>
              <a:t>Count Support for Each Pair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AA7DE5-FBB4-B7BC-47A7-D2280C8C5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96334"/>
              </p:ext>
            </p:extLst>
          </p:nvPr>
        </p:nvGraphicFramePr>
        <p:xfrm>
          <a:off x="2137167" y="2944405"/>
          <a:ext cx="7630850" cy="37700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26170">
                  <a:extLst>
                    <a:ext uri="{9D8B030D-6E8A-4147-A177-3AD203B41FA5}">
                      <a16:colId xmlns:a16="http://schemas.microsoft.com/office/drawing/2014/main" val="1841837348"/>
                    </a:ext>
                  </a:extLst>
                </a:gridCol>
                <a:gridCol w="1526170">
                  <a:extLst>
                    <a:ext uri="{9D8B030D-6E8A-4147-A177-3AD203B41FA5}">
                      <a16:colId xmlns:a16="http://schemas.microsoft.com/office/drawing/2014/main" val="460285889"/>
                    </a:ext>
                  </a:extLst>
                </a:gridCol>
                <a:gridCol w="1526170">
                  <a:extLst>
                    <a:ext uri="{9D8B030D-6E8A-4147-A177-3AD203B41FA5}">
                      <a16:colId xmlns:a16="http://schemas.microsoft.com/office/drawing/2014/main" val="877534224"/>
                    </a:ext>
                  </a:extLst>
                </a:gridCol>
                <a:gridCol w="1526170">
                  <a:extLst>
                    <a:ext uri="{9D8B030D-6E8A-4147-A177-3AD203B41FA5}">
                      <a16:colId xmlns:a16="http://schemas.microsoft.com/office/drawing/2014/main" val="843230929"/>
                    </a:ext>
                  </a:extLst>
                </a:gridCol>
                <a:gridCol w="1526170">
                  <a:extLst>
                    <a:ext uri="{9D8B030D-6E8A-4147-A177-3AD203B41FA5}">
                      <a16:colId xmlns:a16="http://schemas.microsoft.com/office/drawing/2014/main" val="306802398"/>
                    </a:ext>
                  </a:extLst>
                </a:gridCol>
              </a:tblGrid>
              <a:tr h="222333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Itemset</a:t>
                      </a:r>
                    </a:p>
                  </a:txBody>
                  <a:tcPr marL="67990" marR="67990" marT="33995" marB="3399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Transactions</a:t>
                      </a:r>
                    </a:p>
                  </a:txBody>
                  <a:tcPr marL="67990" marR="67990" marT="33995" marB="3399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Count</a:t>
                      </a:r>
                    </a:p>
                  </a:txBody>
                  <a:tcPr marL="67990" marR="67990" marT="33995" marB="3399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Support</a:t>
                      </a:r>
                    </a:p>
                  </a:txBody>
                  <a:tcPr marL="67990" marR="67990" marT="33995" marB="3399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Status</a:t>
                      </a:r>
                    </a:p>
                  </a:txBody>
                  <a:tcPr marL="67990" marR="67990" marT="33995" marB="3399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64396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{Bread, Milk}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T1,T4,T5,T9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4176583532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{Bread, Butter}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T2,T4,T7,T9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055087059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{Bread, Cheese}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T2,T5,T9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4159430941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{Bread, Eggs}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T1,T5,T7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84163435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{Bread, Yogurt}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None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123301991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{Milk, Butter}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T3,T4,T9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95509039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{Milk, Cheese}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T3,T5,T8,T9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725209719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{Milk, Eggs}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T1,T5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096045340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{Milk, Yogurt}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T3,T8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666164870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{Butter, Cheese}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T2,T3,T6,T9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206200482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{Butter, Eggs}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T7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196725842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{Butter, Yogurt}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T3,T6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969371147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{Cheese, Eggs}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T5,T10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674078421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{Cheese, Yogurt}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T3,T6,T8,T10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504304650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{Eggs, Yogurt}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T10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673953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7828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9A3BD-95DA-C239-F7A5-4EFCBFD44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F467-6CBB-C3C1-F7A2-B0454D6C7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Iteration 2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57FC9-2E4F-A35E-E89D-FFF9BD7C3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L₂ (Frequent 2-itemsets)</a:t>
            </a:r>
          </a:p>
          <a:p>
            <a:pPr lvl="1"/>
            <a:r>
              <a:rPr lang="en-US" sz="1800" dirty="0"/>
              <a:t>{Bread, Milk} - 40% support {Bread, Butter} - 40% support {Bread, Cheese} - 30% support {Bread, Eggs} - 30% support {Milk, Butter} - 30% support {Milk, Cheese} - 40% support {Butter, Cheese} - 40% support {Cheese, Yogurt} - 40% support</a:t>
            </a:r>
          </a:p>
          <a:p>
            <a:pPr marL="0" indent="0">
              <a:buNone/>
            </a:pPr>
            <a:r>
              <a:rPr lang="en-US" sz="2000" b="1" dirty="0"/>
              <a:t>Key Observations</a:t>
            </a:r>
          </a:p>
          <a:p>
            <a:r>
              <a:rPr lang="en-US" sz="2000" dirty="0"/>
              <a:t>8 frequent pairs out of 15 possible</a:t>
            </a:r>
          </a:p>
          <a:p>
            <a:r>
              <a:rPr lang="en-US" sz="2000" dirty="0"/>
              <a:t>{Bread, Yogurt} has 0% support - strong negative correlation</a:t>
            </a:r>
          </a:p>
          <a:p>
            <a:r>
              <a:rPr lang="en-US" sz="2000" dirty="0"/>
              <a:t>{Butter, Cheese} has highest support (40%) - good combination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12782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614F4-A625-FC54-BE88-0618783C6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94700-7E99-D45A-9B1A-60D819648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Iteration 3 - Generate 3-itemset Candidates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ED500-AA81-1D5D-025D-F79CA66DC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Step 1: Candidate Generation (Join Step)</a:t>
            </a:r>
          </a:p>
          <a:p>
            <a:pPr marL="0" indent="0">
              <a:buNone/>
            </a:pPr>
            <a:r>
              <a:rPr lang="en-US" dirty="0"/>
              <a:t>Combine frequent 2-itemsets that share exactly one item:</a:t>
            </a:r>
          </a:p>
          <a:p>
            <a:r>
              <a:rPr lang="en-US" dirty="0"/>
              <a:t>{Bread, Milk} + {Bread, Butter} → candidate {Bread, Milk, Butter}</a:t>
            </a:r>
          </a:p>
          <a:p>
            <a:r>
              <a:rPr lang="en-US" dirty="0"/>
              <a:t>{Bread, Milk} + {Bread, Cheese} → candidate {Bread, Milk, Cheese}</a:t>
            </a:r>
          </a:p>
          <a:p>
            <a:r>
              <a:rPr lang="en-US" dirty="0"/>
              <a:t>{Bread, Butter} + {Bread, Cheese} → candidate {Bread, Butter, Cheese}</a:t>
            </a:r>
          </a:p>
          <a:p>
            <a:r>
              <a:rPr lang="en-US" dirty="0"/>
              <a:t>{Milk, Butter} + {Milk, Cheese} → candidate {Milk, Butter, Cheese}</a:t>
            </a:r>
          </a:p>
          <a:p>
            <a:pPr marL="0" indent="0">
              <a:buNone/>
            </a:pPr>
            <a:r>
              <a:rPr lang="en-US" b="1" dirty="0"/>
              <a:t>Step 2: Prune Candidates (Based on Apriori Property)</a:t>
            </a:r>
          </a:p>
          <a:p>
            <a:r>
              <a:rPr lang="en-US" dirty="0"/>
              <a:t>For each candidate, check if ALL its 2-subsets are frequent:</a:t>
            </a:r>
          </a:p>
          <a:p>
            <a:pPr marL="0" indent="0">
              <a:buNone/>
            </a:pPr>
            <a:r>
              <a:rPr lang="en-US" b="1" dirty="0"/>
              <a:t>{Bread, Milk, Butter}:</a:t>
            </a:r>
            <a:endParaRPr lang="en-US" dirty="0"/>
          </a:p>
          <a:p>
            <a:r>
              <a:rPr lang="en-US" dirty="0"/>
              <a:t>{Bread, Milk} ✓ (in L₂), {Bread, Butter} ✓ (in L₂), {Milk, Butter} ✓ (in L₂)</a:t>
            </a:r>
          </a:p>
          <a:p>
            <a:r>
              <a:rPr lang="en-US" b="1" dirty="0"/>
              <a:t>Keep candidate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{Bread, Milk, Cheese}:</a:t>
            </a:r>
            <a:endParaRPr lang="en-US" dirty="0"/>
          </a:p>
          <a:p>
            <a:r>
              <a:rPr lang="en-US" dirty="0"/>
              <a:t>{Bread, Milk} ✓ (in L₂), {Bread, Cheese} ✓ (in L₂), {Milk, Cheese} ✓ (in L₂)</a:t>
            </a:r>
          </a:p>
          <a:p>
            <a:r>
              <a:rPr lang="en-US" b="1" dirty="0"/>
              <a:t>Keep candidate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Step 3: Ready for Database Scan</a:t>
            </a:r>
          </a:p>
          <a:p>
            <a:r>
              <a:rPr lang="en-US" dirty="0"/>
              <a:t>4 candidates survive pruning - now we check which ones actually exist in transactions!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651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285FF-FA3B-ED1F-7747-2194F6B07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6DC2E-6679-EEDD-9DE7-5ACE35C5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Iteration 3 - Count Actual Support in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4DD62-7712-F673-4050-37B73170F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975409"/>
          </a:xfrm>
        </p:spPr>
        <p:txBody>
          <a:bodyPr>
            <a:normAutofit/>
          </a:bodyPr>
          <a:lstStyle/>
          <a:p>
            <a:r>
              <a:rPr lang="en-US" sz="2000" b="1" dirty="0"/>
              <a:t>Step 4: Database Scan (The Crucial Step!)</a:t>
            </a:r>
          </a:p>
          <a:p>
            <a:r>
              <a:rPr lang="en-US" sz="2000" dirty="0"/>
              <a:t>Now we check: </a:t>
            </a:r>
            <a:r>
              <a:rPr lang="en-US" sz="2000" b="1" dirty="0"/>
              <a:t>Do these 3 items actually appear together in real transactions?</a:t>
            </a:r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9272D2-53A8-254E-6ED7-DE7A11D2C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490534"/>
              </p:ext>
            </p:extLst>
          </p:nvPr>
        </p:nvGraphicFramePr>
        <p:xfrm>
          <a:off x="838200" y="2675414"/>
          <a:ext cx="9646508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46708">
                  <a:extLst>
                    <a:ext uri="{9D8B030D-6E8A-4147-A177-3AD203B41FA5}">
                      <a16:colId xmlns:a16="http://schemas.microsoft.com/office/drawing/2014/main" val="1198403813"/>
                    </a:ext>
                  </a:extLst>
                </a:gridCol>
                <a:gridCol w="2181811">
                  <a:extLst>
                    <a:ext uri="{9D8B030D-6E8A-4147-A177-3AD203B41FA5}">
                      <a16:colId xmlns:a16="http://schemas.microsoft.com/office/drawing/2014/main" val="1218053009"/>
                    </a:ext>
                  </a:extLst>
                </a:gridCol>
                <a:gridCol w="1059385">
                  <a:extLst>
                    <a:ext uri="{9D8B030D-6E8A-4147-A177-3AD203B41FA5}">
                      <a16:colId xmlns:a16="http://schemas.microsoft.com/office/drawing/2014/main" val="3775807269"/>
                    </a:ext>
                  </a:extLst>
                </a:gridCol>
                <a:gridCol w="1929302">
                  <a:extLst>
                    <a:ext uri="{9D8B030D-6E8A-4147-A177-3AD203B41FA5}">
                      <a16:colId xmlns:a16="http://schemas.microsoft.com/office/drawing/2014/main" val="1261626339"/>
                    </a:ext>
                  </a:extLst>
                </a:gridCol>
                <a:gridCol w="1929302">
                  <a:extLst>
                    <a:ext uri="{9D8B030D-6E8A-4147-A177-3AD203B41FA5}">
                      <a16:colId xmlns:a16="http://schemas.microsoft.com/office/drawing/2014/main" val="1657783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Candidate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Which Transactions?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Count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Support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252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{Bread, Milk, Butter}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T4, 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224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{Bread, Milk, Cheese}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T5, 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742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{Bread, Butter, Cheese}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T2, 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1745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{Milk, Butter, Cheese}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T3, 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05694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861F0C3-407A-736F-0496-DD098530762E}"/>
              </a:ext>
            </a:extLst>
          </p:cNvPr>
          <p:cNvSpPr txBox="1"/>
          <p:nvPr/>
        </p:nvSpPr>
        <p:spPr>
          <a:xfrm>
            <a:off x="786198" y="4661915"/>
            <a:ext cx="60949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Let's Verify One Example:</a:t>
            </a:r>
          </a:p>
          <a:p>
            <a:pPr>
              <a:buNone/>
            </a:pPr>
            <a:r>
              <a:rPr lang="en-US" sz="1400" b="1" dirty="0"/>
              <a:t>{Bread, Milk, Butter} appears in:</a:t>
            </a:r>
            <a:endParaRPr lang="en-US" sz="1400" dirty="0"/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400" b="1" dirty="0"/>
              <a:t>T4:</a:t>
            </a:r>
            <a:r>
              <a:rPr lang="en-US" sz="1400" dirty="0"/>
              <a:t> {Bread, Milk, Butter} ✓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400" b="1" dirty="0"/>
              <a:t>T9:</a:t>
            </a:r>
            <a:r>
              <a:rPr lang="en-US" sz="1400" dirty="0"/>
              <a:t> {Bread, Milk, Butter, Cheese} ✓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400" dirty="0"/>
              <a:t>Count: 2 transactions out of 10 = 20% support</a:t>
            </a:r>
          </a:p>
          <a:p>
            <a:pPr>
              <a:buNone/>
            </a:pPr>
            <a:r>
              <a:rPr lang="en-US" sz="1400" b="1" dirty="0"/>
              <a:t>Result: L₃ = {} (Empty Set)</a:t>
            </a:r>
          </a:p>
          <a:p>
            <a:pPr>
              <a:buNone/>
            </a:pPr>
            <a:r>
              <a:rPr lang="en-US" sz="1400" b="1" dirty="0"/>
              <a:t>No 3-itemsets meet our 30% minimum support threshold</a:t>
            </a:r>
            <a:endParaRPr lang="en-US" sz="1400" dirty="0"/>
          </a:p>
          <a:p>
            <a:pPr>
              <a:buNone/>
            </a:pPr>
            <a:r>
              <a:rPr lang="en-US" sz="1400" b="1" dirty="0"/>
              <a:t>Algorithm Terminates</a:t>
            </a:r>
          </a:p>
          <a:p>
            <a:r>
              <a:rPr lang="en-US" sz="1400" dirty="0"/>
              <a:t>Cannot generate any 4-itemsets since L₃ is empty</a:t>
            </a:r>
          </a:p>
        </p:txBody>
      </p:sp>
    </p:spTree>
    <p:extLst>
      <p:ext uri="{BB962C8B-B14F-4D97-AF65-F5344CB8AC3E}">
        <p14:creationId xmlns:p14="http://schemas.microsoft.com/office/powerpoint/2010/main" val="17010059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61DE-86E2-53BD-421C-CF1BF1803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758F-9395-8D8F-8AEF-5C1A86D3C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Generate Association Rules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E598BF-6790-5FF3-2153-65E216619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04449"/>
            <a:ext cx="6630325" cy="4686954"/>
          </a:xfrm>
        </p:spPr>
      </p:pic>
    </p:spTree>
    <p:extLst>
      <p:ext uri="{BB962C8B-B14F-4D97-AF65-F5344CB8AC3E}">
        <p14:creationId xmlns:p14="http://schemas.microsoft.com/office/powerpoint/2010/main" val="971215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3D798-EA98-FDB0-216D-0566DDB21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750B-9646-542B-A26E-A3F5471B7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Rule Ranking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73A1BF-7DE9-3DB4-F17D-094DF81D6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39032"/>
            <a:ext cx="6782747" cy="4858428"/>
          </a:xfrm>
        </p:spPr>
      </p:pic>
    </p:spTree>
    <p:extLst>
      <p:ext uri="{BB962C8B-B14F-4D97-AF65-F5344CB8AC3E}">
        <p14:creationId xmlns:p14="http://schemas.microsoft.com/office/powerpoint/2010/main" val="4185502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2D778-932F-3D8F-FB4A-9F79D0E8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64AF3-E1E3-51A4-1EE7-88E363D56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Each Metric Was Essential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4C45F-4688-FBA0-DEB2-A1CC64578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Support Eliminated Rare Patterns</a:t>
            </a:r>
          </a:p>
          <a:p>
            <a:r>
              <a:rPr lang="en-US" sz="1800" b="1" dirty="0"/>
              <a:t>{Eggs, Yogurt}:</a:t>
            </a:r>
            <a:r>
              <a:rPr lang="en-US" sz="1800" dirty="0"/>
              <a:t> Only 10% support → Too rare to be reliable</a:t>
            </a:r>
          </a:p>
          <a:p>
            <a:r>
              <a:rPr lang="en-US" sz="1800" b="1" dirty="0"/>
              <a:t>{Bread, Yogurt}:</a:t>
            </a:r>
            <a:r>
              <a:rPr lang="en-US" sz="1800" dirty="0"/>
              <a:t> 0% support → Strong negative correlation discovered</a:t>
            </a:r>
          </a:p>
          <a:p>
            <a:pPr marL="0" indent="0">
              <a:buNone/>
            </a:pPr>
            <a:r>
              <a:rPr lang="en-US" sz="1800" b="1" dirty="0"/>
              <a:t>Confidence Revealed Direction</a:t>
            </a:r>
          </a:p>
          <a:p>
            <a:r>
              <a:rPr lang="en-US" sz="1800" b="1" dirty="0"/>
              <a:t>{Butter} → {Cheese}:</a:t>
            </a:r>
            <a:r>
              <a:rPr lang="en-US" sz="1800" dirty="0"/>
              <a:t> 80% confidence</a:t>
            </a:r>
          </a:p>
          <a:p>
            <a:r>
              <a:rPr lang="en-US" sz="1800" b="1" dirty="0"/>
              <a:t>{Cheese} → {Butter}:</a:t>
            </a:r>
            <a:r>
              <a:rPr lang="en-US" sz="1800" dirty="0"/>
              <a:t> 67% confidence</a:t>
            </a:r>
          </a:p>
          <a:p>
            <a:r>
              <a:rPr lang="en-US" sz="1800" b="1" dirty="0"/>
              <a:t>Action:</a:t>
            </a:r>
            <a:r>
              <a:rPr lang="en-US" sz="1800" dirty="0"/>
              <a:t> Prioritize cheese recommendations to butter buyers</a:t>
            </a:r>
          </a:p>
          <a:p>
            <a:pPr marL="0" indent="0">
              <a:buNone/>
            </a:pPr>
            <a:r>
              <a:rPr lang="en-US" sz="1800" b="1" dirty="0"/>
              <a:t>Lift Identified True Correlations</a:t>
            </a:r>
          </a:p>
          <a:p>
            <a:r>
              <a:rPr lang="en-US" sz="1800" b="1" dirty="0"/>
              <a:t>{Cheese} → {Yogurt}:</a:t>
            </a:r>
            <a:r>
              <a:rPr lang="en-US" sz="1800" dirty="0"/>
              <a:t> 67% confidence seems modest</a:t>
            </a:r>
          </a:p>
          <a:p>
            <a:r>
              <a:rPr lang="en-US" sz="1800" b="1" dirty="0"/>
              <a:t>But lift = 2.22:</a:t>
            </a:r>
            <a:r>
              <a:rPr lang="en-US" sz="1800" dirty="0"/>
              <a:t> Cheese buyers are 122% more likely to buy yogurt!</a:t>
            </a:r>
          </a:p>
          <a:p>
            <a:r>
              <a:rPr lang="en-US" sz="1800" b="1" dirty="0"/>
              <a:t>Insight:</a:t>
            </a:r>
            <a:r>
              <a:rPr lang="en-US" sz="1800" dirty="0"/>
              <a:t> This is actually a very strong relationship</a:t>
            </a:r>
          </a:p>
          <a:p>
            <a:pPr marL="0" indent="0">
              <a:buNone/>
            </a:pPr>
            <a:r>
              <a:rPr lang="en-US" sz="1800" b="1" dirty="0"/>
              <a:t>Combined Power</a:t>
            </a:r>
          </a:p>
          <a:p>
            <a:r>
              <a:rPr lang="en-US" sz="1800" b="1" dirty="0"/>
              <a:t>Without all three metrics, we would miss the strongest business opportunities and waste resources on weak relationships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44287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E6A36-4977-68E7-5929-2D6921FE0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762A6-11CE-742F-158C-A42394899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Complexity and Limitations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A40AEE-6124-E0FB-0451-C4AC74804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351"/>
            <a:ext cx="6820852" cy="4820323"/>
          </a:xfrm>
        </p:spPr>
      </p:pic>
    </p:spTree>
    <p:extLst>
      <p:ext uri="{BB962C8B-B14F-4D97-AF65-F5344CB8AC3E}">
        <p14:creationId xmlns:p14="http://schemas.microsoft.com/office/powerpoint/2010/main" val="38686121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2AB86-FFBC-2C66-A6A3-6335B5EE2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4683-572D-0805-78B9-6FC5306B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Alternative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221A7-8329-7CE1-AE2A-64DF32A91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FP-Growth</a:t>
            </a:r>
          </a:p>
          <a:p>
            <a:r>
              <a:rPr lang="en-US" b="1" dirty="0"/>
              <a:t>Advantage:</a:t>
            </a:r>
            <a:r>
              <a:rPr lang="en-US" dirty="0"/>
              <a:t> Only 2 database scans</a:t>
            </a:r>
          </a:p>
          <a:p>
            <a:r>
              <a:rPr lang="en-US" b="1" dirty="0"/>
              <a:t>Method:</a:t>
            </a:r>
            <a:r>
              <a:rPr lang="en-US" dirty="0"/>
              <a:t> Compact FP-tree data structure</a:t>
            </a:r>
          </a:p>
          <a:p>
            <a:r>
              <a:rPr lang="en-US" b="1" dirty="0"/>
              <a:t>Best for:</a:t>
            </a:r>
            <a:r>
              <a:rPr lang="en-US" dirty="0"/>
              <a:t> Dense datasets, low support thresholds</a:t>
            </a:r>
          </a:p>
          <a:p>
            <a:pPr marL="0" indent="0">
              <a:buNone/>
            </a:pPr>
            <a:r>
              <a:rPr lang="en-US" b="1" dirty="0"/>
              <a:t>ECLAT</a:t>
            </a:r>
          </a:p>
          <a:p>
            <a:r>
              <a:rPr lang="en-US" b="1" dirty="0"/>
              <a:t>Advantage:</a:t>
            </a:r>
            <a:r>
              <a:rPr lang="en-US" dirty="0"/>
              <a:t> Vertical data representation</a:t>
            </a:r>
          </a:p>
          <a:p>
            <a:r>
              <a:rPr lang="en-US" b="1" dirty="0"/>
              <a:t>Method:</a:t>
            </a:r>
            <a:r>
              <a:rPr lang="en-US" dirty="0"/>
              <a:t> Set intersection operations</a:t>
            </a:r>
          </a:p>
          <a:p>
            <a:r>
              <a:rPr lang="en-US" b="1" dirty="0"/>
              <a:t>Best for:</a:t>
            </a:r>
            <a:r>
              <a:rPr lang="en-US" dirty="0"/>
              <a:t> Sparse datasets, many unique items</a:t>
            </a:r>
          </a:p>
          <a:p>
            <a:pPr marL="0" indent="0">
              <a:buNone/>
            </a:pPr>
            <a:r>
              <a:rPr lang="en-US" b="1" dirty="0"/>
              <a:t>Modern Approaches</a:t>
            </a:r>
          </a:p>
          <a:p>
            <a:r>
              <a:rPr lang="en-US" b="1" dirty="0"/>
              <a:t>Parallel processing:</a:t>
            </a:r>
            <a:r>
              <a:rPr lang="en-US" dirty="0"/>
              <a:t> Distributed Apriori implementations</a:t>
            </a:r>
          </a:p>
          <a:p>
            <a:r>
              <a:rPr lang="en-US" b="1" dirty="0"/>
              <a:t>Approximate algorithms:</a:t>
            </a:r>
            <a:r>
              <a:rPr lang="en-US" dirty="0"/>
              <a:t> Trade accuracy for speed</a:t>
            </a:r>
          </a:p>
          <a:p>
            <a:r>
              <a:rPr lang="en-US" b="1" dirty="0"/>
              <a:t>Streaming algorithms:</a:t>
            </a:r>
            <a:r>
              <a:rPr lang="en-US" dirty="0"/>
              <a:t> Handle continuous data flows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049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01C0-1FAA-742A-D108-7CC72DF3A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4C29-6D7C-AE29-01AA-994C3A8EA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Practical Business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B888-1F02-5261-6CAA-AAFBAC75E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515199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Supermarket Chain Strategy</a:t>
            </a:r>
          </a:p>
          <a:p>
            <a:pPr marL="0" indent="0">
              <a:buNone/>
            </a:pPr>
            <a:r>
              <a:rPr lang="en-US" b="1" dirty="0"/>
              <a:t>Discovered Rules:</a:t>
            </a:r>
            <a:endParaRPr lang="en-US" dirty="0"/>
          </a:p>
          <a:p>
            <a:r>
              <a:rPr lang="en-US" dirty="0"/>
              <a:t>{Yogurt} → {Cheese} (100% confidence, 1.67 lift)</a:t>
            </a:r>
          </a:p>
          <a:p>
            <a:r>
              <a:rPr lang="en-US" dirty="0"/>
              <a:t>{Butter} → {Cheese} (80% confidence, 1.33 lift)</a:t>
            </a:r>
          </a:p>
          <a:p>
            <a:pPr marL="0" indent="0">
              <a:buNone/>
            </a:pPr>
            <a:r>
              <a:rPr lang="en-US" b="1" dirty="0"/>
              <a:t>Business Actions:</a:t>
            </a:r>
            <a:endParaRPr lang="en-US" dirty="0"/>
          </a:p>
          <a:p>
            <a:r>
              <a:rPr lang="en-US" dirty="0"/>
              <a:t>Place cheese display near yogurt section</a:t>
            </a:r>
          </a:p>
          <a:p>
            <a:r>
              <a:rPr lang="en-US" dirty="0"/>
              <a:t>Create butter-cheese bundle promotions</a:t>
            </a:r>
          </a:p>
          <a:p>
            <a:r>
              <a:rPr lang="en-US" dirty="0"/>
              <a:t>Stock cheese heavily when yogurt sales increase</a:t>
            </a:r>
          </a:p>
          <a:p>
            <a:pPr marL="0" indent="0">
              <a:buNone/>
            </a:pPr>
            <a:r>
              <a:rPr lang="en-US" b="1" dirty="0"/>
              <a:t>E-commerce Recommendations</a:t>
            </a:r>
          </a:p>
          <a:p>
            <a:pPr marL="0" indent="0">
              <a:buNone/>
            </a:pPr>
            <a:r>
              <a:rPr lang="en-US" b="1" dirty="0"/>
              <a:t>Discovered Rules:</a:t>
            </a:r>
            <a:endParaRPr lang="en-US" dirty="0"/>
          </a:p>
          <a:p>
            <a:r>
              <a:rPr lang="en-US" dirty="0"/>
              <a:t>{Milk} → {Bread} (80% confidence, 1.33 lift)</a:t>
            </a:r>
          </a:p>
          <a:p>
            <a:pPr marL="0" indent="0">
              <a:buNone/>
            </a:pPr>
            <a:r>
              <a:rPr lang="en-US" b="1" dirty="0"/>
              <a:t>Implementation:</a:t>
            </a:r>
            <a:endParaRPr lang="en-US" dirty="0"/>
          </a:p>
          <a:p>
            <a:r>
              <a:rPr lang="en-US" dirty="0"/>
              <a:t>"Customers who bought milk also bought bread"</a:t>
            </a:r>
          </a:p>
          <a:p>
            <a:r>
              <a:rPr lang="en-US" dirty="0"/>
              <a:t>Automatic cross-sell suggestions</a:t>
            </a:r>
          </a:p>
          <a:p>
            <a:r>
              <a:rPr lang="en-US" dirty="0"/>
              <a:t>Email marketing campaigns</a:t>
            </a:r>
          </a:p>
          <a:p>
            <a:pPr marL="0" indent="0">
              <a:buNone/>
            </a:pPr>
            <a:r>
              <a:rPr lang="en-US" b="1" dirty="0"/>
              <a:t>Inventory Management</a:t>
            </a:r>
          </a:p>
          <a:p>
            <a:pPr marL="0" indent="0">
              <a:buNone/>
            </a:pPr>
            <a:r>
              <a:rPr lang="en-US" b="1" dirty="0"/>
              <a:t>Negative Correlations:</a:t>
            </a:r>
            <a:endParaRPr lang="en-US" dirty="0"/>
          </a:p>
          <a:p>
            <a:r>
              <a:rPr lang="en-US" dirty="0"/>
              <a:t>{Bread, Yogurt} (0% support)</a:t>
            </a:r>
          </a:p>
          <a:p>
            <a:pPr marL="0" indent="0">
              <a:buNone/>
            </a:pPr>
            <a:r>
              <a:rPr lang="en-US" b="1" dirty="0"/>
              <a:t>Insight:</a:t>
            </a:r>
            <a:r>
              <a:rPr lang="en-US" dirty="0"/>
              <a:t> Customers segment into different dietary preferences </a:t>
            </a:r>
            <a:r>
              <a:rPr lang="en-US" b="1" dirty="0"/>
              <a:t>Action:</a:t>
            </a:r>
            <a:r>
              <a:rPr lang="en-US" dirty="0"/>
              <a:t> Separate promotional campaigns for different customer segments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662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B452A-AFC1-9C73-6E6C-42E1CF1DD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8A585-EDCB-F1BF-BAB5-C873A3EB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&amp;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CBA1D-3C2D-C2D5-1430-28D57D310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What We Learned</a:t>
            </a:r>
          </a:p>
          <a:p>
            <a:r>
              <a:rPr lang="en-US" b="1" dirty="0"/>
              <a:t>Support</a:t>
            </a:r>
            <a:r>
              <a:rPr lang="en-US" dirty="0"/>
              <a:t> filters rare, unreliable patterns</a:t>
            </a:r>
          </a:p>
          <a:p>
            <a:r>
              <a:rPr lang="en-US" b="1" dirty="0"/>
              <a:t>Confidence</a:t>
            </a:r>
            <a:r>
              <a:rPr lang="en-US" dirty="0"/>
              <a:t> reveals directional strength and asymmetry</a:t>
            </a:r>
          </a:p>
          <a:p>
            <a:r>
              <a:rPr lang="en-US" b="1" dirty="0"/>
              <a:t>Lift</a:t>
            </a:r>
            <a:r>
              <a:rPr lang="en-US" dirty="0"/>
              <a:t> distinguishes real correlation from coincidence</a:t>
            </a:r>
          </a:p>
          <a:p>
            <a:r>
              <a:rPr lang="en-US" b="1" dirty="0"/>
              <a:t>All three metrics together</a:t>
            </a:r>
            <a:r>
              <a:rPr lang="en-US" dirty="0"/>
              <a:t> prevent false insights</a:t>
            </a:r>
          </a:p>
          <a:p>
            <a:pPr marL="0" indent="0">
              <a:buNone/>
            </a:pPr>
            <a:r>
              <a:rPr lang="en-US" b="1" dirty="0"/>
              <a:t>Algorithm Insights</a:t>
            </a:r>
          </a:p>
          <a:p>
            <a:r>
              <a:rPr lang="en-US" b="1" dirty="0"/>
              <a:t>Apriori property</a:t>
            </a:r>
            <a:r>
              <a:rPr lang="en-US" dirty="0"/>
              <a:t> enables efficient search space pruning</a:t>
            </a:r>
          </a:p>
          <a:p>
            <a:r>
              <a:rPr lang="en-US" b="1" dirty="0"/>
              <a:t>Multiple database scans</a:t>
            </a:r>
            <a:r>
              <a:rPr lang="en-US" dirty="0"/>
              <a:t> are the main performance bottleneck</a:t>
            </a:r>
          </a:p>
          <a:p>
            <a:r>
              <a:rPr lang="en-US" b="1" dirty="0"/>
              <a:t>Parameter tuning</a:t>
            </a:r>
            <a:r>
              <a:rPr lang="en-US" dirty="0"/>
              <a:t> dramatically affects both performance and results</a:t>
            </a:r>
          </a:p>
          <a:p>
            <a:pPr marL="0" indent="0">
              <a:buNone/>
            </a:pPr>
            <a:r>
              <a:rPr lang="en-US" b="1" dirty="0"/>
              <a:t>Business Value</a:t>
            </a:r>
          </a:p>
          <a:p>
            <a:r>
              <a:rPr lang="en-US" b="1" dirty="0"/>
              <a:t>Actionable insights</a:t>
            </a:r>
            <a:r>
              <a:rPr lang="en-US" dirty="0"/>
              <a:t> for cross-selling and recommendations</a:t>
            </a:r>
          </a:p>
          <a:p>
            <a:r>
              <a:rPr lang="en-US" b="1" dirty="0"/>
              <a:t>Customer behavior understanding</a:t>
            </a:r>
            <a:r>
              <a:rPr lang="en-US" dirty="0"/>
              <a:t> beyond simple popularity</a:t>
            </a:r>
          </a:p>
          <a:p>
            <a:r>
              <a:rPr lang="en-US" b="1" dirty="0"/>
              <a:t>Data-driven decisions</a:t>
            </a:r>
            <a:r>
              <a:rPr lang="en-US" dirty="0"/>
              <a:t> for product placement and marketing</a:t>
            </a:r>
          </a:p>
          <a:p>
            <a:pPr marL="0" indent="0">
              <a:buNone/>
            </a:pPr>
            <a:r>
              <a:rPr lang="en-US" b="1" dirty="0"/>
              <a:t>Critical Success Factors</a:t>
            </a:r>
          </a:p>
          <a:p>
            <a:r>
              <a:rPr lang="en-US" b="1" dirty="0"/>
              <a:t>Domain expertise</a:t>
            </a:r>
            <a:r>
              <a:rPr lang="en-US" dirty="0"/>
              <a:t> to interpret and validate rules</a:t>
            </a:r>
          </a:p>
          <a:p>
            <a:r>
              <a:rPr lang="en-US" b="1" dirty="0"/>
              <a:t>Proper preprocessing</a:t>
            </a:r>
            <a:r>
              <a:rPr lang="en-US" dirty="0"/>
              <a:t> to clean and prepare data</a:t>
            </a:r>
          </a:p>
          <a:p>
            <a:r>
              <a:rPr lang="en-US" b="1" dirty="0"/>
              <a:t>Continuous monitoring</a:t>
            </a:r>
            <a:r>
              <a:rPr lang="en-US" dirty="0"/>
              <a:t> to ensure rules remain relevant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417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8DA21-E83E-856F-D737-F1A1067A2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8F853-FCD3-A579-AEB9-A648F1DB2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Next Steps &amp; Advanced 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5DEE9-89C5-A926-94A5-CAA66B30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Immediate Applications</a:t>
            </a:r>
          </a:p>
          <a:p>
            <a:r>
              <a:rPr lang="en-US" b="1" dirty="0"/>
              <a:t>Implement basic Apriori</a:t>
            </a:r>
            <a:r>
              <a:rPr lang="en-US" dirty="0"/>
              <a:t> on your own datasets</a:t>
            </a:r>
          </a:p>
          <a:p>
            <a:r>
              <a:rPr lang="en-US" b="1" dirty="0"/>
              <a:t>Experiment with thresholds</a:t>
            </a:r>
            <a:r>
              <a:rPr lang="en-US" dirty="0"/>
              <a:t> to understand trade-offs</a:t>
            </a:r>
          </a:p>
          <a:p>
            <a:r>
              <a:rPr lang="en-US" b="1" dirty="0"/>
              <a:t>Validate discovered rules</a:t>
            </a:r>
            <a:r>
              <a:rPr lang="en-US" dirty="0"/>
              <a:t> with domain experts</a:t>
            </a:r>
          </a:p>
          <a:p>
            <a:pPr marL="0" indent="0">
              <a:buNone/>
            </a:pPr>
            <a:r>
              <a:rPr lang="en-US" b="1" dirty="0"/>
              <a:t>Advanced Techniques</a:t>
            </a:r>
          </a:p>
          <a:p>
            <a:r>
              <a:rPr lang="en-US" b="1" dirty="0"/>
              <a:t>Sequential pattern mining:</a:t>
            </a:r>
            <a:r>
              <a:rPr lang="en-US" dirty="0"/>
              <a:t> Time-ordered associations</a:t>
            </a:r>
          </a:p>
          <a:p>
            <a:r>
              <a:rPr lang="en-US" b="1" dirty="0"/>
              <a:t>Multi-level associations:</a:t>
            </a:r>
            <a:r>
              <a:rPr lang="en-US" dirty="0"/>
              <a:t> Category hierarchies</a:t>
            </a:r>
          </a:p>
          <a:p>
            <a:r>
              <a:rPr lang="en-US" b="1" dirty="0"/>
              <a:t>Constraint-based mining:</a:t>
            </a:r>
            <a:r>
              <a:rPr lang="en-US" dirty="0"/>
              <a:t> User-specified business rules</a:t>
            </a:r>
          </a:p>
          <a:p>
            <a:pPr marL="0" indent="0">
              <a:buNone/>
            </a:pPr>
            <a:r>
              <a:rPr lang="en-US" b="1" dirty="0"/>
              <a:t>Modern Developments</a:t>
            </a:r>
          </a:p>
          <a:p>
            <a:r>
              <a:rPr lang="en-US" b="1" dirty="0"/>
              <a:t>Real-time association mining</a:t>
            </a:r>
            <a:r>
              <a:rPr lang="en-US" dirty="0"/>
              <a:t> for streaming data</a:t>
            </a:r>
          </a:p>
          <a:p>
            <a:r>
              <a:rPr lang="en-US" b="1" dirty="0"/>
              <a:t>Privacy-preserving techniques</a:t>
            </a:r>
            <a:r>
              <a:rPr lang="en-US" dirty="0"/>
              <a:t> for sensitive data</a:t>
            </a:r>
          </a:p>
          <a:p>
            <a:r>
              <a:rPr lang="en-US" b="1" dirty="0"/>
              <a:t>Deep learning approaches</a:t>
            </a:r>
            <a:r>
              <a:rPr lang="en-US" dirty="0"/>
              <a:t> for complex pattern discovery</a:t>
            </a:r>
          </a:p>
          <a:p>
            <a:pPr marL="0" indent="0">
              <a:buNone/>
            </a:pPr>
            <a:r>
              <a:rPr lang="en-US" b="1" dirty="0"/>
              <a:t>Tools to Explore</a:t>
            </a:r>
          </a:p>
          <a:p>
            <a:r>
              <a:rPr lang="en-US" b="1" dirty="0"/>
              <a:t>Python:</a:t>
            </a:r>
            <a:r>
              <a:rPr lang="en-US" dirty="0"/>
              <a:t> </a:t>
            </a:r>
            <a:r>
              <a:rPr lang="en-US" dirty="0" err="1"/>
              <a:t>mlxtend</a:t>
            </a:r>
            <a:r>
              <a:rPr lang="en-US" dirty="0"/>
              <a:t>, </a:t>
            </a:r>
            <a:r>
              <a:rPr lang="en-US" dirty="0" err="1"/>
              <a:t>apyori</a:t>
            </a:r>
            <a:r>
              <a:rPr lang="en-US" dirty="0"/>
              <a:t> libraries</a:t>
            </a:r>
          </a:p>
          <a:p>
            <a:r>
              <a:rPr lang="en-US" b="1" dirty="0"/>
              <a:t>R:</a:t>
            </a:r>
            <a:r>
              <a:rPr lang="en-US" dirty="0"/>
              <a:t> </a:t>
            </a:r>
            <a:r>
              <a:rPr lang="en-US" dirty="0" err="1"/>
              <a:t>arules</a:t>
            </a:r>
            <a:r>
              <a:rPr lang="en-US" dirty="0"/>
              <a:t>, </a:t>
            </a:r>
            <a:r>
              <a:rPr lang="en-US" dirty="0" err="1"/>
              <a:t>arulesViz</a:t>
            </a:r>
            <a:r>
              <a:rPr lang="en-US" dirty="0"/>
              <a:t> packages</a:t>
            </a:r>
          </a:p>
          <a:p>
            <a:r>
              <a:rPr lang="en-US" b="1" dirty="0"/>
              <a:t>Spark:</a:t>
            </a:r>
            <a:r>
              <a:rPr lang="en-US" dirty="0"/>
              <a:t> MLlib for large-scale mining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26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7933</TotalTime>
  <Words>3299</Words>
  <Application>Microsoft Office PowerPoint</Application>
  <PresentationFormat>Widescreen</PresentationFormat>
  <Paragraphs>514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Wingdings</vt:lpstr>
      <vt:lpstr>Office Theme</vt:lpstr>
      <vt:lpstr>307304 Data Mining</vt:lpstr>
      <vt:lpstr>Introduction to Association Rule Mining</vt:lpstr>
      <vt:lpstr>Real Life Use Cases</vt:lpstr>
      <vt:lpstr>Real Life Use Cases</vt:lpstr>
      <vt:lpstr>Basic Terminology</vt:lpstr>
      <vt:lpstr>To evaluate the strength and relevance of rules, we use:</vt:lpstr>
      <vt:lpstr>The Support Metric - "How Popular Is This Pattern?"</vt:lpstr>
      <vt:lpstr>The Confidence Metric – Direction Matters</vt:lpstr>
      <vt:lpstr>The Confidence Metric – Direction Matters</vt:lpstr>
      <vt:lpstr>The Importance of Confidence, Direction Matters</vt:lpstr>
      <vt:lpstr>The Lift Metric </vt:lpstr>
      <vt:lpstr>Possible Lift Values</vt:lpstr>
      <vt:lpstr>Lift Examples: Lift &gt; 1</vt:lpstr>
      <vt:lpstr>Lift Examples: Lift &lt; 1 – Negative Relationship</vt:lpstr>
      <vt:lpstr>Lift Examples:- Lift = 1</vt:lpstr>
      <vt:lpstr>Apriori Algorithm Overview</vt:lpstr>
      <vt:lpstr>Apriori Algorithm Steps</vt:lpstr>
      <vt:lpstr>Iteration 1 - Find Frequent Items</vt:lpstr>
      <vt:lpstr>Iteration 2 - Find Frequent Pairs</vt:lpstr>
      <vt:lpstr>Iteration 2 Results</vt:lpstr>
      <vt:lpstr>Iteration 3 - Generate 3-itemset Candidates</vt:lpstr>
      <vt:lpstr>Iteration 3 - Count Actual Support in Database</vt:lpstr>
      <vt:lpstr>Generate Association Rules</vt:lpstr>
      <vt:lpstr>Final Rule Ranking</vt:lpstr>
      <vt:lpstr>Why Each Metric Was Essential</vt:lpstr>
      <vt:lpstr>Computational Complexity and Limitations</vt:lpstr>
      <vt:lpstr>Alternative Algorithms</vt:lpstr>
      <vt:lpstr>Practical Business Applications</vt:lpstr>
      <vt:lpstr>Summary &amp; Key Takeaways</vt:lpstr>
      <vt:lpstr>Next Steps &amp; Advanced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 Functions</dc:title>
  <dc:creator>Mohammed Fasha</dc:creator>
  <cp:lastModifiedBy>Mohammed Fasha</cp:lastModifiedBy>
  <cp:revision>1168</cp:revision>
  <dcterms:created xsi:type="dcterms:W3CDTF">2023-03-26T11:17:23Z</dcterms:created>
  <dcterms:modified xsi:type="dcterms:W3CDTF">2025-07-21T16:48:30Z</dcterms:modified>
</cp:coreProperties>
</file>