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455" r:id="rId5"/>
    <p:sldId id="478" r:id="rId6"/>
    <p:sldId id="257" r:id="rId7"/>
    <p:sldId id="477" r:id="rId8"/>
    <p:sldId id="457" r:id="rId9"/>
    <p:sldId id="458" r:id="rId10"/>
    <p:sldId id="459" r:id="rId11"/>
    <p:sldId id="479" r:id="rId12"/>
    <p:sldId id="480" r:id="rId13"/>
    <p:sldId id="484" r:id="rId14"/>
    <p:sldId id="481" r:id="rId15"/>
    <p:sldId id="461" r:id="rId16"/>
    <p:sldId id="462" r:id="rId17"/>
    <p:sldId id="482" r:id="rId18"/>
    <p:sldId id="490" r:id="rId19"/>
    <p:sldId id="488" r:id="rId20"/>
    <p:sldId id="665" r:id="rId21"/>
    <p:sldId id="714" r:id="rId22"/>
    <p:sldId id="710" r:id="rId23"/>
    <p:sldId id="711" r:id="rId24"/>
    <p:sldId id="713" r:id="rId25"/>
    <p:sldId id="700" r:id="rId26"/>
    <p:sldId id="71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1A7FAA-B398-4429-9FC2-656B0895AF0F}" v="104" dt="2025-07-16T11:34:01.300"/>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8" d="100"/>
          <a:sy n="78" d="100"/>
        </p:scale>
        <p:origin x="114" y="1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Fasha" userId="cc64f42d-a1a6-4f08-b97b-0c37f877119f" providerId="ADAL" clId="{D3520BFC-89CF-4CB5-8BC6-02854ED6C636}"/>
    <pc:docChg chg="undo custSel addSld delSld modSld modMainMaster">
      <pc:chgData name="Mohammed Fasha" userId="cc64f42d-a1a6-4f08-b97b-0c37f877119f" providerId="ADAL" clId="{D3520BFC-89CF-4CB5-8BC6-02854ED6C636}" dt="2024-10-16T09:49:25.572" v="384"/>
      <pc:docMkLst>
        <pc:docMk/>
      </pc:docMkLst>
      <pc:sldChg chg="modSp">
        <pc:chgData name="Mohammed Fasha" userId="cc64f42d-a1a6-4f08-b97b-0c37f877119f" providerId="ADAL" clId="{D3520BFC-89CF-4CB5-8BC6-02854ED6C636}" dt="2024-10-16T09:27:15.806" v="128" actId="1076"/>
        <pc:sldMkLst>
          <pc:docMk/>
          <pc:sldMk cId="706735111" sldId="258"/>
        </pc:sldMkLst>
      </pc:sldChg>
      <pc:sldChg chg="modSp mod">
        <pc:chgData name="Mohammed Fasha" userId="cc64f42d-a1a6-4f08-b97b-0c37f877119f" providerId="ADAL" clId="{D3520BFC-89CF-4CB5-8BC6-02854ED6C636}" dt="2024-10-16T09:44:32.790" v="325" actId="27636"/>
        <pc:sldMkLst>
          <pc:docMk/>
          <pc:sldMk cId="4289469650" sldId="261"/>
        </pc:sldMkLst>
      </pc:sldChg>
      <pc:sldChg chg="addSp delSp modSp mod">
        <pc:chgData name="Mohammed Fasha" userId="cc64f42d-a1a6-4f08-b97b-0c37f877119f" providerId="ADAL" clId="{D3520BFC-89CF-4CB5-8BC6-02854ED6C636}" dt="2024-10-16T09:28:12.841" v="142" actId="1076"/>
        <pc:sldMkLst>
          <pc:docMk/>
          <pc:sldMk cId="4130133658" sldId="262"/>
        </pc:sldMkLst>
      </pc:sldChg>
      <pc:sldChg chg="addSp delSp modSp mod chgLayout">
        <pc:chgData name="Mohammed Fasha" userId="cc64f42d-a1a6-4f08-b97b-0c37f877119f" providerId="ADAL" clId="{D3520BFC-89CF-4CB5-8BC6-02854ED6C636}" dt="2024-10-16T09:43:01.102" v="281" actId="14100"/>
        <pc:sldMkLst>
          <pc:docMk/>
          <pc:sldMk cId="2611575643" sldId="264"/>
        </pc:sldMkLst>
      </pc:sldChg>
      <pc:sldChg chg="modSp mod">
        <pc:chgData name="Mohammed Fasha" userId="cc64f42d-a1a6-4f08-b97b-0c37f877119f" providerId="ADAL" clId="{D3520BFC-89CF-4CB5-8BC6-02854ED6C636}" dt="2024-10-16T09:24:41.861" v="53" actId="14100"/>
        <pc:sldMkLst>
          <pc:docMk/>
          <pc:sldMk cId="3898002179" sldId="275"/>
        </pc:sldMkLst>
      </pc:sldChg>
      <pc:sldChg chg="addSp delSp modSp mod">
        <pc:chgData name="Mohammed Fasha" userId="cc64f42d-a1a6-4f08-b97b-0c37f877119f" providerId="ADAL" clId="{D3520BFC-89CF-4CB5-8BC6-02854ED6C636}" dt="2024-10-16T09:24:38.381" v="52" actId="27636"/>
        <pc:sldMkLst>
          <pc:docMk/>
          <pc:sldMk cId="1503352162" sldId="276"/>
        </pc:sldMkLst>
      </pc:sldChg>
      <pc:sldChg chg="modSp mod">
        <pc:chgData name="Mohammed Fasha" userId="cc64f42d-a1a6-4f08-b97b-0c37f877119f" providerId="ADAL" clId="{D3520BFC-89CF-4CB5-8BC6-02854ED6C636}" dt="2024-10-16T09:48:50.906" v="382"/>
        <pc:sldMkLst>
          <pc:docMk/>
          <pc:sldMk cId="1260131707" sldId="277"/>
        </pc:sldMkLst>
      </pc:sldChg>
      <pc:sldChg chg="modSp mod">
        <pc:chgData name="Mohammed Fasha" userId="cc64f42d-a1a6-4f08-b97b-0c37f877119f" providerId="ADAL" clId="{D3520BFC-89CF-4CB5-8BC6-02854ED6C636}" dt="2024-10-16T09:47:08.623" v="367" actId="179"/>
        <pc:sldMkLst>
          <pc:docMk/>
          <pc:sldMk cId="1324937023" sldId="280"/>
        </pc:sldMkLst>
      </pc:sldChg>
      <pc:sldChg chg="modSp mod">
        <pc:chgData name="Mohammed Fasha" userId="cc64f42d-a1a6-4f08-b97b-0c37f877119f" providerId="ADAL" clId="{D3520BFC-89CF-4CB5-8BC6-02854ED6C636}" dt="2024-10-16T09:44:54.951" v="335" actId="6549"/>
        <pc:sldMkLst>
          <pc:docMk/>
          <pc:sldMk cId="4085727926" sldId="281"/>
        </pc:sldMkLst>
      </pc:sldChg>
      <pc:sldChg chg="modSp mod">
        <pc:chgData name="Mohammed Fasha" userId="cc64f42d-a1a6-4f08-b97b-0c37f877119f" providerId="ADAL" clId="{D3520BFC-89CF-4CB5-8BC6-02854ED6C636}" dt="2024-10-16T09:49:20.342" v="383"/>
        <pc:sldMkLst>
          <pc:docMk/>
          <pc:sldMk cId="156012141" sldId="282"/>
        </pc:sldMkLst>
      </pc:sldChg>
      <pc:sldChg chg="delSp modSp mod">
        <pc:chgData name="Mohammed Fasha" userId="cc64f42d-a1a6-4f08-b97b-0c37f877119f" providerId="ADAL" clId="{D3520BFC-89CF-4CB5-8BC6-02854ED6C636}" dt="2024-10-16T09:49:25.572" v="384"/>
        <pc:sldMkLst>
          <pc:docMk/>
          <pc:sldMk cId="248623450" sldId="284"/>
        </pc:sldMkLst>
      </pc:sldChg>
      <pc:sldChg chg="addSp modSp add mod">
        <pc:chgData name="Mohammed Fasha" userId="cc64f42d-a1a6-4f08-b97b-0c37f877119f" providerId="ADAL" clId="{D3520BFC-89CF-4CB5-8BC6-02854ED6C636}" dt="2024-10-16T09:31:53.226" v="265" actId="20577"/>
        <pc:sldMkLst>
          <pc:docMk/>
          <pc:sldMk cId="1489447582" sldId="455"/>
        </pc:sldMkLst>
      </pc:sldChg>
      <pc:sldMasterChg chg="addSp modSp modSldLayout">
        <pc:chgData name="Mohammed Fasha" userId="cc64f42d-a1a6-4f08-b97b-0c37f877119f" providerId="ADAL" clId="{D3520BFC-89CF-4CB5-8BC6-02854ED6C636}" dt="2024-10-16T09:31:03.810" v="239" actId="14100"/>
        <pc:sldMasterMkLst>
          <pc:docMk/>
          <pc:sldMasterMk cId="2573801746" sldId="2147483648"/>
        </pc:sldMasterMkLst>
        <pc:sldLayoutChg chg="addSp modSp">
          <pc:chgData name="Mohammed Fasha" userId="cc64f42d-a1a6-4f08-b97b-0c37f877119f" providerId="ADAL" clId="{D3520BFC-89CF-4CB5-8BC6-02854ED6C636}" dt="2024-10-16T09:26:29.266" v="116"/>
          <pc:sldLayoutMkLst>
            <pc:docMk/>
            <pc:sldMasterMk cId="2573801746" sldId="2147483648"/>
            <pc:sldLayoutMk cId="1871815692" sldId="2147483649"/>
          </pc:sldLayoutMkLst>
        </pc:sldLayoutChg>
        <pc:sldLayoutChg chg="modSp mod">
          <pc:chgData name="Mohammed Fasha" userId="cc64f42d-a1a6-4f08-b97b-0c37f877119f" providerId="ADAL" clId="{D3520BFC-89CF-4CB5-8BC6-02854ED6C636}" dt="2024-10-16T09:31:03.810" v="239" actId="14100"/>
          <pc:sldLayoutMkLst>
            <pc:docMk/>
            <pc:sldMasterMk cId="2573801746" sldId="2147483648"/>
            <pc:sldLayoutMk cId="3033015503" sldId="2147483650"/>
          </pc:sldLayoutMkLst>
        </pc:sldLayoutChg>
      </pc:sldMasterChg>
    </pc:docChg>
  </pc:docChgLst>
  <pc:docChgLst>
    <pc:chgData name="Mohammed Fasha" userId="cc64f42d-a1a6-4f08-b97b-0c37f877119f" providerId="ADAL" clId="{6B515210-E3E2-4B4B-BC10-968DB84AFC83}"/>
    <pc:docChg chg="undo custSel addSld delSld modSld sldOrd modMainMaster">
      <pc:chgData name="Mohammed Fasha" userId="cc64f42d-a1a6-4f08-b97b-0c37f877119f" providerId="ADAL" clId="{6B515210-E3E2-4B4B-BC10-968DB84AFC83}" dt="2025-03-12T03:08:53.710" v="1713" actId="20577"/>
      <pc:docMkLst>
        <pc:docMk/>
      </pc:docMkLst>
      <pc:sldChg chg="addSp delSp modSp mod chgLayout">
        <pc:chgData name="Mohammed Fasha" userId="cc64f42d-a1a6-4f08-b97b-0c37f877119f" providerId="ADAL" clId="{6B515210-E3E2-4B4B-BC10-968DB84AFC83}" dt="2025-03-12T02:44:50.431" v="832"/>
        <pc:sldMkLst>
          <pc:docMk/>
          <pc:sldMk cId="1162554463" sldId="257"/>
        </pc:sldMkLst>
      </pc:sldChg>
      <pc:sldChg chg="del">
        <pc:chgData name="Mohammed Fasha" userId="cc64f42d-a1a6-4f08-b97b-0c37f877119f" providerId="ADAL" clId="{6B515210-E3E2-4B4B-BC10-968DB84AFC83}" dt="2025-03-12T01:34:08.372" v="83" actId="2696"/>
        <pc:sldMkLst>
          <pc:docMk/>
          <pc:sldMk cId="706735111" sldId="258"/>
        </pc:sldMkLst>
      </pc:sldChg>
      <pc:sldChg chg="del">
        <pc:chgData name="Mohammed Fasha" userId="cc64f42d-a1a6-4f08-b97b-0c37f877119f" providerId="ADAL" clId="{6B515210-E3E2-4B4B-BC10-968DB84AFC83}" dt="2025-03-12T01:34:08.372" v="83" actId="2696"/>
        <pc:sldMkLst>
          <pc:docMk/>
          <pc:sldMk cId="4289469650" sldId="261"/>
        </pc:sldMkLst>
      </pc:sldChg>
      <pc:sldChg chg="del">
        <pc:chgData name="Mohammed Fasha" userId="cc64f42d-a1a6-4f08-b97b-0c37f877119f" providerId="ADAL" clId="{6B515210-E3E2-4B4B-BC10-968DB84AFC83}" dt="2025-03-12T01:34:08.372" v="83" actId="2696"/>
        <pc:sldMkLst>
          <pc:docMk/>
          <pc:sldMk cId="4130133658" sldId="262"/>
        </pc:sldMkLst>
      </pc:sldChg>
      <pc:sldChg chg="del">
        <pc:chgData name="Mohammed Fasha" userId="cc64f42d-a1a6-4f08-b97b-0c37f877119f" providerId="ADAL" clId="{6B515210-E3E2-4B4B-BC10-968DB84AFC83}" dt="2025-03-12T01:34:08.372" v="83" actId="2696"/>
        <pc:sldMkLst>
          <pc:docMk/>
          <pc:sldMk cId="4074862586" sldId="263"/>
        </pc:sldMkLst>
      </pc:sldChg>
      <pc:sldChg chg="del">
        <pc:chgData name="Mohammed Fasha" userId="cc64f42d-a1a6-4f08-b97b-0c37f877119f" providerId="ADAL" clId="{6B515210-E3E2-4B4B-BC10-968DB84AFC83}" dt="2025-03-12T01:34:08.372" v="83" actId="2696"/>
        <pc:sldMkLst>
          <pc:docMk/>
          <pc:sldMk cId="2611575643" sldId="264"/>
        </pc:sldMkLst>
      </pc:sldChg>
      <pc:sldChg chg="del">
        <pc:chgData name="Mohammed Fasha" userId="cc64f42d-a1a6-4f08-b97b-0c37f877119f" providerId="ADAL" clId="{6B515210-E3E2-4B4B-BC10-968DB84AFC83}" dt="2025-03-12T01:34:08.372" v="83" actId="2696"/>
        <pc:sldMkLst>
          <pc:docMk/>
          <pc:sldMk cId="335199774" sldId="265"/>
        </pc:sldMkLst>
      </pc:sldChg>
      <pc:sldChg chg="del">
        <pc:chgData name="Mohammed Fasha" userId="cc64f42d-a1a6-4f08-b97b-0c37f877119f" providerId="ADAL" clId="{6B515210-E3E2-4B4B-BC10-968DB84AFC83}" dt="2025-03-12T01:34:08.372" v="83" actId="2696"/>
        <pc:sldMkLst>
          <pc:docMk/>
          <pc:sldMk cId="2810357117" sldId="266"/>
        </pc:sldMkLst>
      </pc:sldChg>
      <pc:sldChg chg="del">
        <pc:chgData name="Mohammed Fasha" userId="cc64f42d-a1a6-4f08-b97b-0c37f877119f" providerId="ADAL" clId="{6B515210-E3E2-4B4B-BC10-968DB84AFC83}" dt="2025-03-12T01:34:08.372" v="83" actId="2696"/>
        <pc:sldMkLst>
          <pc:docMk/>
          <pc:sldMk cId="2433706687" sldId="267"/>
        </pc:sldMkLst>
      </pc:sldChg>
      <pc:sldChg chg="del">
        <pc:chgData name="Mohammed Fasha" userId="cc64f42d-a1a6-4f08-b97b-0c37f877119f" providerId="ADAL" clId="{6B515210-E3E2-4B4B-BC10-968DB84AFC83}" dt="2025-03-12T01:34:08.372" v="83" actId="2696"/>
        <pc:sldMkLst>
          <pc:docMk/>
          <pc:sldMk cId="4051642265" sldId="268"/>
        </pc:sldMkLst>
      </pc:sldChg>
      <pc:sldChg chg="del">
        <pc:chgData name="Mohammed Fasha" userId="cc64f42d-a1a6-4f08-b97b-0c37f877119f" providerId="ADAL" clId="{6B515210-E3E2-4B4B-BC10-968DB84AFC83}" dt="2025-03-12T01:34:08.372" v="83" actId="2696"/>
        <pc:sldMkLst>
          <pc:docMk/>
          <pc:sldMk cId="87410777" sldId="269"/>
        </pc:sldMkLst>
      </pc:sldChg>
      <pc:sldChg chg="del">
        <pc:chgData name="Mohammed Fasha" userId="cc64f42d-a1a6-4f08-b97b-0c37f877119f" providerId="ADAL" clId="{6B515210-E3E2-4B4B-BC10-968DB84AFC83}" dt="2025-03-12T01:34:08.372" v="83" actId="2696"/>
        <pc:sldMkLst>
          <pc:docMk/>
          <pc:sldMk cId="595502031" sldId="270"/>
        </pc:sldMkLst>
      </pc:sldChg>
      <pc:sldChg chg="del">
        <pc:chgData name="Mohammed Fasha" userId="cc64f42d-a1a6-4f08-b97b-0c37f877119f" providerId="ADAL" clId="{6B515210-E3E2-4B4B-BC10-968DB84AFC83}" dt="2025-03-12T01:34:08.372" v="83" actId="2696"/>
        <pc:sldMkLst>
          <pc:docMk/>
          <pc:sldMk cId="3925652072" sldId="271"/>
        </pc:sldMkLst>
      </pc:sldChg>
      <pc:sldChg chg="del">
        <pc:chgData name="Mohammed Fasha" userId="cc64f42d-a1a6-4f08-b97b-0c37f877119f" providerId="ADAL" clId="{6B515210-E3E2-4B4B-BC10-968DB84AFC83}" dt="2025-03-12T01:34:08.372" v="83" actId="2696"/>
        <pc:sldMkLst>
          <pc:docMk/>
          <pc:sldMk cId="463115072" sldId="272"/>
        </pc:sldMkLst>
      </pc:sldChg>
      <pc:sldChg chg="del">
        <pc:chgData name="Mohammed Fasha" userId="cc64f42d-a1a6-4f08-b97b-0c37f877119f" providerId="ADAL" clId="{6B515210-E3E2-4B4B-BC10-968DB84AFC83}" dt="2025-03-12T01:34:08.372" v="83" actId="2696"/>
        <pc:sldMkLst>
          <pc:docMk/>
          <pc:sldMk cId="3668955903" sldId="273"/>
        </pc:sldMkLst>
      </pc:sldChg>
      <pc:sldChg chg="del">
        <pc:chgData name="Mohammed Fasha" userId="cc64f42d-a1a6-4f08-b97b-0c37f877119f" providerId="ADAL" clId="{6B515210-E3E2-4B4B-BC10-968DB84AFC83}" dt="2025-03-12T01:34:08.372" v="83" actId="2696"/>
        <pc:sldMkLst>
          <pc:docMk/>
          <pc:sldMk cId="3192380798" sldId="274"/>
        </pc:sldMkLst>
      </pc:sldChg>
      <pc:sldChg chg="del">
        <pc:chgData name="Mohammed Fasha" userId="cc64f42d-a1a6-4f08-b97b-0c37f877119f" providerId="ADAL" clId="{6B515210-E3E2-4B4B-BC10-968DB84AFC83}" dt="2025-03-12T01:34:08.372" v="83" actId="2696"/>
        <pc:sldMkLst>
          <pc:docMk/>
          <pc:sldMk cId="3898002179" sldId="275"/>
        </pc:sldMkLst>
      </pc:sldChg>
      <pc:sldChg chg="del">
        <pc:chgData name="Mohammed Fasha" userId="cc64f42d-a1a6-4f08-b97b-0c37f877119f" providerId="ADAL" clId="{6B515210-E3E2-4B4B-BC10-968DB84AFC83}" dt="2025-03-12T01:34:08.372" v="83" actId="2696"/>
        <pc:sldMkLst>
          <pc:docMk/>
          <pc:sldMk cId="1503352162" sldId="276"/>
        </pc:sldMkLst>
      </pc:sldChg>
      <pc:sldChg chg="del">
        <pc:chgData name="Mohammed Fasha" userId="cc64f42d-a1a6-4f08-b97b-0c37f877119f" providerId="ADAL" clId="{6B515210-E3E2-4B4B-BC10-968DB84AFC83}" dt="2025-03-12T01:34:08.372" v="83" actId="2696"/>
        <pc:sldMkLst>
          <pc:docMk/>
          <pc:sldMk cId="1260131707" sldId="277"/>
        </pc:sldMkLst>
      </pc:sldChg>
      <pc:sldChg chg="del">
        <pc:chgData name="Mohammed Fasha" userId="cc64f42d-a1a6-4f08-b97b-0c37f877119f" providerId="ADAL" clId="{6B515210-E3E2-4B4B-BC10-968DB84AFC83}" dt="2025-03-12T01:34:08.372" v="83" actId="2696"/>
        <pc:sldMkLst>
          <pc:docMk/>
          <pc:sldMk cId="1324937023" sldId="280"/>
        </pc:sldMkLst>
      </pc:sldChg>
      <pc:sldChg chg="del">
        <pc:chgData name="Mohammed Fasha" userId="cc64f42d-a1a6-4f08-b97b-0c37f877119f" providerId="ADAL" clId="{6B515210-E3E2-4B4B-BC10-968DB84AFC83}" dt="2025-03-12T01:34:08.372" v="83" actId="2696"/>
        <pc:sldMkLst>
          <pc:docMk/>
          <pc:sldMk cId="4085727926" sldId="281"/>
        </pc:sldMkLst>
      </pc:sldChg>
      <pc:sldChg chg="del">
        <pc:chgData name="Mohammed Fasha" userId="cc64f42d-a1a6-4f08-b97b-0c37f877119f" providerId="ADAL" clId="{6B515210-E3E2-4B4B-BC10-968DB84AFC83}" dt="2025-03-12T01:34:08.372" v="83" actId="2696"/>
        <pc:sldMkLst>
          <pc:docMk/>
          <pc:sldMk cId="156012141" sldId="282"/>
        </pc:sldMkLst>
      </pc:sldChg>
      <pc:sldChg chg="del">
        <pc:chgData name="Mohammed Fasha" userId="cc64f42d-a1a6-4f08-b97b-0c37f877119f" providerId="ADAL" clId="{6B515210-E3E2-4B4B-BC10-968DB84AFC83}" dt="2025-03-12T01:34:08.372" v="83" actId="2696"/>
        <pc:sldMkLst>
          <pc:docMk/>
          <pc:sldMk cId="248623450" sldId="284"/>
        </pc:sldMkLst>
      </pc:sldChg>
      <pc:sldChg chg="delSp modSp mod">
        <pc:chgData name="Mohammed Fasha" userId="cc64f42d-a1a6-4f08-b97b-0c37f877119f" providerId="ADAL" clId="{6B515210-E3E2-4B4B-BC10-968DB84AFC83}" dt="2025-03-12T01:46:21.043" v="268" actId="1076"/>
        <pc:sldMkLst>
          <pc:docMk/>
          <pc:sldMk cId="1489447582" sldId="455"/>
        </pc:sldMkLst>
      </pc:sldChg>
      <pc:sldChg chg="addSp delSp modSp new mod chgLayout">
        <pc:chgData name="Mohammed Fasha" userId="cc64f42d-a1a6-4f08-b97b-0c37f877119f" providerId="ADAL" clId="{6B515210-E3E2-4B4B-BC10-968DB84AFC83}" dt="2025-03-12T03:08:53.710" v="1713" actId="20577"/>
        <pc:sldMkLst>
          <pc:docMk/>
          <pc:sldMk cId="3910887702" sldId="456"/>
        </pc:sldMkLst>
      </pc:sldChg>
      <pc:sldChg chg="add del">
        <pc:chgData name="Mohammed Fasha" userId="cc64f42d-a1a6-4f08-b97b-0c37f877119f" providerId="ADAL" clId="{6B515210-E3E2-4B4B-BC10-968DB84AFC83}" dt="2025-03-12T01:38:38.172" v="141" actId="2696"/>
        <pc:sldMkLst>
          <pc:docMk/>
          <pc:sldMk cId="3573010135" sldId="457"/>
        </pc:sldMkLst>
      </pc:sldChg>
      <pc:sldChg chg="addSp delSp modSp new mod">
        <pc:chgData name="Mohammed Fasha" userId="cc64f42d-a1a6-4f08-b97b-0c37f877119f" providerId="ADAL" clId="{6B515210-E3E2-4B4B-BC10-968DB84AFC83}" dt="2025-03-12T02:46:20.092" v="837" actId="14100"/>
        <pc:sldMkLst>
          <pc:docMk/>
          <pc:sldMk cId="3639736080" sldId="457"/>
        </pc:sldMkLst>
      </pc:sldChg>
      <pc:sldChg chg="addSp modSp add mod">
        <pc:chgData name="Mohammed Fasha" userId="cc64f42d-a1a6-4f08-b97b-0c37f877119f" providerId="ADAL" clId="{6B515210-E3E2-4B4B-BC10-968DB84AFC83}" dt="2025-03-12T01:50:16.041" v="361" actId="27636"/>
        <pc:sldMkLst>
          <pc:docMk/>
          <pc:sldMk cId="2042404279" sldId="458"/>
        </pc:sldMkLst>
      </pc:sldChg>
      <pc:sldChg chg="add del">
        <pc:chgData name="Mohammed Fasha" userId="cc64f42d-a1a6-4f08-b97b-0c37f877119f" providerId="ADAL" clId="{6B515210-E3E2-4B4B-BC10-968DB84AFC83}" dt="2025-03-12T01:38:38.172" v="141" actId="2696"/>
        <pc:sldMkLst>
          <pc:docMk/>
          <pc:sldMk cId="2742298196" sldId="458"/>
        </pc:sldMkLst>
      </pc:sldChg>
      <pc:sldChg chg="add del">
        <pc:chgData name="Mohammed Fasha" userId="cc64f42d-a1a6-4f08-b97b-0c37f877119f" providerId="ADAL" clId="{6B515210-E3E2-4B4B-BC10-968DB84AFC83}" dt="2025-03-12T01:38:38.172" v="141" actId="2696"/>
        <pc:sldMkLst>
          <pc:docMk/>
          <pc:sldMk cId="65005378" sldId="459"/>
        </pc:sldMkLst>
      </pc:sldChg>
      <pc:sldChg chg="addSp delSp modSp add mod">
        <pc:chgData name="Mohammed Fasha" userId="cc64f42d-a1a6-4f08-b97b-0c37f877119f" providerId="ADAL" clId="{6B515210-E3E2-4B4B-BC10-968DB84AFC83}" dt="2025-03-12T03:00:53.810" v="1066" actId="21"/>
        <pc:sldMkLst>
          <pc:docMk/>
          <pc:sldMk cId="2881282849" sldId="459"/>
        </pc:sldMkLst>
      </pc:sldChg>
      <pc:sldChg chg="del">
        <pc:chgData name="Mohammed Fasha" userId="cc64f42d-a1a6-4f08-b97b-0c37f877119f" providerId="ADAL" clId="{6B515210-E3E2-4B4B-BC10-968DB84AFC83}" dt="2025-03-12T01:34:08.372" v="83" actId="2696"/>
        <pc:sldMkLst>
          <pc:docMk/>
          <pc:sldMk cId="713799975" sldId="460"/>
        </pc:sldMkLst>
      </pc:sldChg>
      <pc:sldChg chg="addSp delSp modSp add mod">
        <pc:chgData name="Mohammed Fasha" userId="cc64f42d-a1a6-4f08-b97b-0c37f877119f" providerId="ADAL" clId="{6B515210-E3E2-4B4B-BC10-968DB84AFC83}" dt="2025-03-12T02:58:39.819" v="995" actId="27636"/>
        <pc:sldMkLst>
          <pc:docMk/>
          <pc:sldMk cId="945325653" sldId="460"/>
        </pc:sldMkLst>
      </pc:sldChg>
      <pc:sldChg chg="add del">
        <pc:chgData name="Mohammed Fasha" userId="cc64f42d-a1a6-4f08-b97b-0c37f877119f" providerId="ADAL" clId="{6B515210-E3E2-4B4B-BC10-968DB84AFC83}" dt="2025-03-12T01:38:38.172" v="141" actId="2696"/>
        <pc:sldMkLst>
          <pc:docMk/>
          <pc:sldMk cId="1130963138" sldId="460"/>
        </pc:sldMkLst>
      </pc:sldChg>
      <pc:sldChg chg="del">
        <pc:chgData name="Mohammed Fasha" userId="cc64f42d-a1a6-4f08-b97b-0c37f877119f" providerId="ADAL" clId="{6B515210-E3E2-4B4B-BC10-968DB84AFC83}" dt="2025-03-12T01:34:08.372" v="83" actId="2696"/>
        <pc:sldMkLst>
          <pc:docMk/>
          <pc:sldMk cId="1559487564" sldId="461"/>
        </pc:sldMkLst>
      </pc:sldChg>
      <pc:sldChg chg="addSp delSp modSp add mod">
        <pc:chgData name="Mohammed Fasha" userId="cc64f42d-a1a6-4f08-b97b-0c37f877119f" providerId="ADAL" clId="{6B515210-E3E2-4B4B-BC10-968DB84AFC83}" dt="2025-03-12T02:11:44.303" v="509"/>
        <pc:sldMkLst>
          <pc:docMk/>
          <pc:sldMk cId="2248227231" sldId="461"/>
        </pc:sldMkLst>
      </pc:sldChg>
      <pc:sldChg chg="add del">
        <pc:chgData name="Mohammed Fasha" userId="cc64f42d-a1a6-4f08-b97b-0c37f877119f" providerId="ADAL" clId="{6B515210-E3E2-4B4B-BC10-968DB84AFC83}" dt="2025-03-12T01:38:38.172" v="141" actId="2696"/>
        <pc:sldMkLst>
          <pc:docMk/>
          <pc:sldMk cId="2546861112" sldId="461"/>
        </pc:sldMkLst>
      </pc:sldChg>
      <pc:sldChg chg="add del">
        <pc:chgData name="Mohammed Fasha" userId="cc64f42d-a1a6-4f08-b97b-0c37f877119f" providerId="ADAL" clId="{6B515210-E3E2-4B4B-BC10-968DB84AFC83}" dt="2025-03-12T01:38:38.172" v="141" actId="2696"/>
        <pc:sldMkLst>
          <pc:docMk/>
          <pc:sldMk cId="376539193" sldId="462"/>
        </pc:sldMkLst>
      </pc:sldChg>
      <pc:sldChg chg="addSp modSp add mod">
        <pc:chgData name="Mohammed Fasha" userId="cc64f42d-a1a6-4f08-b97b-0c37f877119f" providerId="ADAL" clId="{6B515210-E3E2-4B4B-BC10-968DB84AFC83}" dt="2025-03-12T02:18:24.439" v="598" actId="6549"/>
        <pc:sldMkLst>
          <pc:docMk/>
          <pc:sldMk cId="1427723282" sldId="462"/>
        </pc:sldMkLst>
      </pc:sldChg>
      <pc:sldChg chg="del">
        <pc:chgData name="Mohammed Fasha" userId="cc64f42d-a1a6-4f08-b97b-0c37f877119f" providerId="ADAL" clId="{6B515210-E3E2-4B4B-BC10-968DB84AFC83}" dt="2025-03-12T01:34:08.372" v="83" actId="2696"/>
        <pc:sldMkLst>
          <pc:docMk/>
          <pc:sldMk cId="3087456825" sldId="462"/>
        </pc:sldMkLst>
      </pc:sldChg>
      <pc:sldChg chg="addSp delSp modSp add mod">
        <pc:chgData name="Mohammed Fasha" userId="cc64f42d-a1a6-4f08-b97b-0c37f877119f" providerId="ADAL" clId="{6B515210-E3E2-4B4B-BC10-968DB84AFC83}" dt="2025-03-12T02:34:11.888" v="748" actId="14100"/>
        <pc:sldMkLst>
          <pc:docMk/>
          <pc:sldMk cId="538252582" sldId="463"/>
        </pc:sldMkLst>
      </pc:sldChg>
      <pc:sldChg chg="del">
        <pc:chgData name="Mohammed Fasha" userId="cc64f42d-a1a6-4f08-b97b-0c37f877119f" providerId="ADAL" clId="{6B515210-E3E2-4B4B-BC10-968DB84AFC83}" dt="2025-03-12T01:34:08.372" v="83" actId="2696"/>
        <pc:sldMkLst>
          <pc:docMk/>
          <pc:sldMk cId="1869085755" sldId="463"/>
        </pc:sldMkLst>
      </pc:sldChg>
      <pc:sldChg chg="add del">
        <pc:chgData name="Mohammed Fasha" userId="cc64f42d-a1a6-4f08-b97b-0c37f877119f" providerId="ADAL" clId="{6B515210-E3E2-4B4B-BC10-968DB84AFC83}" dt="2025-03-12T01:38:38.172" v="141" actId="2696"/>
        <pc:sldMkLst>
          <pc:docMk/>
          <pc:sldMk cId="2204594696" sldId="463"/>
        </pc:sldMkLst>
      </pc:sldChg>
      <pc:sldChg chg="del">
        <pc:chgData name="Mohammed Fasha" userId="cc64f42d-a1a6-4f08-b97b-0c37f877119f" providerId="ADAL" clId="{6B515210-E3E2-4B4B-BC10-968DB84AFC83}" dt="2025-03-12T01:34:08.372" v="83" actId="2696"/>
        <pc:sldMkLst>
          <pc:docMk/>
          <pc:sldMk cId="4139560" sldId="464"/>
        </pc:sldMkLst>
      </pc:sldChg>
      <pc:sldChg chg="add del">
        <pc:chgData name="Mohammed Fasha" userId="cc64f42d-a1a6-4f08-b97b-0c37f877119f" providerId="ADAL" clId="{6B515210-E3E2-4B4B-BC10-968DB84AFC83}" dt="2025-03-12T01:38:38.172" v="141" actId="2696"/>
        <pc:sldMkLst>
          <pc:docMk/>
          <pc:sldMk cId="235027490" sldId="464"/>
        </pc:sldMkLst>
      </pc:sldChg>
      <pc:sldChg chg="addSp modSp add mod">
        <pc:chgData name="Mohammed Fasha" userId="cc64f42d-a1a6-4f08-b97b-0c37f877119f" providerId="ADAL" clId="{6B515210-E3E2-4B4B-BC10-968DB84AFC83}" dt="2025-03-12T02:33:11.507" v="724" actId="1076"/>
        <pc:sldMkLst>
          <pc:docMk/>
          <pc:sldMk cId="1559017199" sldId="464"/>
        </pc:sldMkLst>
      </pc:sldChg>
      <pc:sldChg chg="del">
        <pc:chgData name="Mohammed Fasha" userId="cc64f42d-a1a6-4f08-b97b-0c37f877119f" providerId="ADAL" clId="{6B515210-E3E2-4B4B-BC10-968DB84AFC83}" dt="2025-03-12T01:34:08.372" v="83" actId="2696"/>
        <pc:sldMkLst>
          <pc:docMk/>
          <pc:sldMk cId="277181267" sldId="465"/>
        </pc:sldMkLst>
      </pc:sldChg>
      <pc:sldChg chg="add del">
        <pc:chgData name="Mohammed Fasha" userId="cc64f42d-a1a6-4f08-b97b-0c37f877119f" providerId="ADAL" clId="{6B515210-E3E2-4B4B-BC10-968DB84AFC83}" dt="2025-03-12T01:38:38.172" v="141" actId="2696"/>
        <pc:sldMkLst>
          <pc:docMk/>
          <pc:sldMk cId="1358405375" sldId="465"/>
        </pc:sldMkLst>
      </pc:sldChg>
      <pc:sldChg chg="addSp delSp modSp add mod ord">
        <pc:chgData name="Mohammed Fasha" userId="cc64f42d-a1a6-4f08-b97b-0c37f877119f" providerId="ADAL" clId="{6B515210-E3E2-4B4B-BC10-968DB84AFC83}" dt="2025-03-12T02:30:23.572" v="691" actId="1076"/>
        <pc:sldMkLst>
          <pc:docMk/>
          <pc:sldMk cId="2067025602" sldId="465"/>
        </pc:sldMkLst>
      </pc:sldChg>
      <pc:sldChg chg="addSp delSp modSp add mod">
        <pc:chgData name="Mohammed Fasha" userId="cc64f42d-a1a6-4f08-b97b-0c37f877119f" providerId="ADAL" clId="{6B515210-E3E2-4B4B-BC10-968DB84AFC83}" dt="2025-03-12T02:31:16.001" v="705" actId="1076"/>
        <pc:sldMkLst>
          <pc:docMk/>
          <pc:sldMk cId="2575217795" sldId="466"/>
        </pc:sldMkLst>
      </pc:sldChg>
      <pc:sldChg chg="add del">
        <pc:chgData name="Mohammed Fasha" userId="cc64f42d-a1a6-4f08-b97b-0c37f877119f" providerId="ADAL" clId="{6B515210-E3E2-4B4B-BC10-968DB84AFC83}" dt="2025-03-12T01:38:38.172" v="141" actId="2696"/>
        <pc:sldMkLst>
          <pc:docMk/>
          <pc:sldMk cId="2730556220" sldId="466"/>
        </pc:sldMkLst>
      </pc:sldChg>
      <pc:sldChg chg="add del">
        <pc:chgData name="Mohammed Fasha" userId="cc64f42d-a1a6-4f08-b97b-0c37f877119f" providerId="ADAL" clId="{6B515210-E3E2-4B4B-BC10-968DB84AFC83}" dt="2025-03-12T01:38:38.172" v="141" actId="2696"/>
        <pc:sldMkLst>
          <pc:docMk/>
          <pc:sldMk cId="2076829353" sldId="467"/>
        </pc:sldMkLst>
      </pc:sldChg>
      <pc:sldChg chg="addSp delSp modSp add del mod modClrScheme chgLayout">
        <pc:chgData name="Mohammed Fasha" userId="cc64f42d-a1a6-4f08-b97b-0c37f877119f" providerId="ADAL" clId="{6B515210-E3E2-4B4B-BC10-968DB84AFC83}" dt="2025-03-12T02:34:20.006" v="749" actId="47"/>
        <pc:sldMkLst>
          <pc:docMk/>
          <pc:sldMk cId="3203545122" sldId="467"/>
        </pc:sldMkLst>
      </pc:sldChg>
      <pc:sldChg chg="add del">
        <pc:chgData name="Mohammed Fasha" userId="cc64f42d-a1a6-4f08-b97b-0c37f877119f" providerId="ADAL" clId="{6B515210-E3E2-4B4B-BC10-968DB84AFC83}" dt="2025-03-12T01:38:38.172" v="141" actId="2696"/>
        <pc:sldMkLst>
          <pc:docMk/>
          <pc:sldMk cId="176966881" sldId="468"/>
        </pc:sldMkLst>
      </pc:sldChg>
      <pc:sldChg chg="add del">
        <pc:chgData name="Mohammed Fasha" userId="cc64f42d-a1a6-4f08-b97b-0c37f877119f" providerId="ADAL" clId="{6B515210-E3E2-4B4B-BC10-968DB84AFC83}" dt="2025-03-12T02:34:20.168" v="750" actId="47"/>
        <pc:sldMkLst>
          <pc:docMk/>
          <pc:sldMk cId="2058978584" sldId="468"/>
        </pc:sldMkLst>
      </pc:sldChg>
      <pc:sldChg chg="add del">
        <pc:chgData name="Mohammed Fasha" userId="cc64f42d-a1a6-4f08-b97b-0c37f877119f" providerId="ADAL" clId="{6B515210-E3E2-4B4B-BC10-968DB84AFC83}" dt="2025-03-12T02:34:20.353" v="751" actId="47"/>
        <pc:sldMkLst>
          <pc:docMk/>
          <pc:sldMk cId="2001259236" sldId="469"/>
        </pc:sldMkLst>
      </pc:sldChg>
      <pc:sldChg chg="add del">
        <pc:chgData name="Mohammed Fasha" userId="cc64f42d-a1a6-4f08-b97b-0c37f877119f" providerId="ADAL" clId="{6B515210-E3E2-4B4B-BC10-968DB84AFC83}" dt="2025-03-12T01:38:38.172" v="141" actId="2696"/>
        <pc:sldMkLst>
          <pc:docMk/>
          <pc:sldMk cId="2149133959" sldId="469"/>
        </pc:sldMkLst>
      </pc:sldChg>
      <pc:sldChg chg="add del">
        <pc:chgData name="Mohammed Fasha" userId="cc64f42d-a1a6-4f08-b97b-0c37f877119f" providerId="ADAL" clId="{6B515210-E3E2-4B4B-BC10-968DB84AFC83}" dt="2025-03-12T01:38:38.172" v="141" actId="2696"/>
        <pc:sldMkLst>
          <pc:docMk/>
          <pc:sldMk cId="2184469585" sldId="470"/>
        </pc:sldMkLst>
      </pc:sldChg>
      <pc:sldChg chg="add del">
        <pc:chgData name="Mohammed Fasha" userId="cc64f42d-a1a6-4f08-b97b-0c37f877119f" providerId="ADAL" clId="{6B515210-E3E2-4B4B-BC10-968DB84AFC83}" dt="2025-03-12T02:34:21.650" v="752" actId="47"/>
        <pc:sldMkLst>
          <pc:docMk/>
          <pc:sldMk cId="4176577481" sldId="470"/>
        </pc:sldMkLst>
      </pc:sldChg>
      <pc:sldChg chg="add del">
        <pc:chgData name="Mohammed Fasha" userId="cc64f42d-a1a6-4f08-b97b-0c37f877119f" providerId="ADAL" clId="{6B515210-E3E2-4B4B-BC10-968DB84AFC83}" dt="2025-03-12T02:34:22.147" v="753" actId="47"/>
        <pc:sldMkLst>
          <pc:docMk/>
          <pc:sldMk cId="581574831" sldId="471"/>
        </pc:sldMkLst>
      </pc:sldChg>
      <pc:sldChg chg="add del">
        <pc:chgData name="Mohammed Fasha" userId="cc64f42d-a1a6-4f08-b97b-0c37f877119f" providerId="ADAL" clId="{6B515210-E3E2-4B4B-BC10-968DB84AFC83}" dt="2025-03-12T01:38:38.172" v="141" actId="2696"/>
        <pc:sldMkLst>
          <pc:docMk/>
          <pc:sldMk cId="2059800610" sldId="471"/>
        </pc:sldMkLst>
      </pc:sldChg>
      <pc:sldChg chg="add del">
        <pc:chgData name="Mohammed Fasha" userId="cc64f42d-a1a6-4f08-b97b-0c37f877119f" providerId="ADAL" clId="{6B515210-E3E2-4B4B-BC10-968DB84AFC83}" dt="2025-03-12T01:38:38.172" v="141" actId="2696"/>
        <pc:sldMkLst>
          <pc:docMk/>
          <pc:sldMk cId="1566193115" sldId="472"/>
        </pc:sldMkLst>
      </pc:sldChg>
      <pc:sldChg chg="add del">
        <pc:chgData name="Mohammed Fasha" userId="cc64f42d-a1a6-4f08-b97b-0c37f877119f" providerId="ADAL" clId="{6B515210-E3E2-4B4B-BC10-968DB84AFC83}" dt="2025-03-12T02:34:22.723" v="754" actId="47"/>
        <pc:sldMkLst>
          <pc:docMk/>
          <pc:sldMk cId="3652126392" sldId="472"/>
        </pc:sldMkLst>
      </pc:sldChg>
      <pc:sldChg chg="add del">
        <pc:chgData name="Mohammed Fasha" userId="cc64f42d-a1a6-4f08-b97b-0c37f877119f" providerId="ADAL" clId="{6B515210-E3E2-4B4B-BC10-968DB84AFC83}" dt="2025-03-12T02:34:23.387" v="755" actId="47"/>
        <pc:sldMkLst>
          <pc:docMk/>
          <pc:sldMk cId="3716915739" sldId="473"/>
        </pc:sldMkLst>
      </pc:sldChg>
      <pc:sldChg chg="add del">
        <pc:chgData name="Mohammed Fasha" userId="cc64f42d-a1a6-4f08-b97b-0c37f877119f" providerId="ADAL" clId="{6B515210-E3E2-4B4B-BC10-968DB84AFC83}" dt="2025-03-12T02:34:24.048" v="756" actId="47"/>
        <pc:sldMkLst>
          <pc:docMk/>
          <pc:sldMk cId="1718835763" sldId="474"/>
        </pc:sldMkLst>
      </pc:sldChg>
      <pc:sldChg chg="add del">
        <pc:chgData name="Mohammed Fasha" userId="cc64f42d-a1a6-4f08-b97b-0c37f877119f" providerId="ADAL" clId="{6B515210-E3E2-4B4B-BC10-968DB84AFC83}" dt="2025-03-12T02:34:24.615" v="757" actId="47"/>
        <pc:sldMkLst>
          <pc:docMk/>
          <pc:sldMk cId="1692059453" sldId="475"/>
        </pc:sldMkLst>
      </pc:sldChg>
      <pc:sldChg chg="modSp add mod">
        <pc:chgData name="Mohammed Fasha" userId="cc64f42d-a1a6-4f08-b97b-0c37f877119f" providerId="ADAL" clId="{6B515210-E3E2-4B4B-BC10-968DB84AFC83}" dt="2025-03-12T02:32:31.978" v="715" actId="12"/>
        <pc:sldMkLst>
          <pc:docMk/>
          <pc:sldMk cId="1558611893" sldId="476"/>
        </pc:sldMkLst>
      </pc:sldChg>
      <pc:sldChg chg="addSp delSp modSp add del mod">
        <pc:chgData name="Mohammed Fasha" userId="cc64f42d-a1a6-4f08-b97b-0c37f877119f" providerId="ADAL" clId="{6B515210-E3E2-4B4B-BC10-968DB84AFC83}" dt="2025-03-12T02:50:02.536" v="890"/>
        <pc:sldMkLst>
          <pc:docMk/>
          <pc:sldMk cId="471849074" sldId="477"/>
        </pc:sldMkLst>
      </pc:sldChg>
      <pc:sldMasterChg chg="modSldLayout">
        <pc:chgData name="Mohammed Fasha" userId="cc64f42d-a1a6-4f08-b97b-0c37f877119f" providerId="ADAL" clId="{6B515210-E3E2-4B4B-BC10-968DB84AFC83}" dt="2025-03-12T01:38:22.885" v="140" actId="14100"/>
        <pc:sldMasterMkLst>
          <pc:docMk/>
          <pc:sldMasterMk cId="2573801746" sldId="2147483648"/>
        </pc:sldMasterMkLst>
        <pc:sldLayoutChg chg="addSp delSp modSp mod">
          <pc:chgData name="Mohammed Fasha" userId="cc64f42d-a1a6-4f08-b97b-0c37f877119f" providerId="ADAL" clId="{6B515210-E3E2-4B4B-BC10-968DB84AFC83}" dt="2025-03-12T01:38:22.885" v="140" actId="14100"/>
          <pc:sldLayoutMkLst>
            <pc:docMk/>
            <pc:sldMasterMk cId="2573801746" sldId="2147483648"/>
            <pc:sldLayoutMk cId="3033015503" sldId="2147483650"/>
          </pc:sldLayoutMkLst>
        </pc:sldLayoutChg>
      </pc:sldMasterChg>
    </pc:docChg>
  </pc:docChgLst>
  <pc:docChgLst>
    <pc:chgData name="Mohammed Fasha" userId="cc64f42d-a1a6-4f08-b97b-0c37f877119f" providerId="ADAL" clId="{161A7FAA-B398-4429-9FC2-656B0895AF0F}"/>
    <pc:docChg chg="undo custSel addSld delSld modSld sldOrd">
      <pc:chgData name="Mohammed Fasha" userId="cc64f42d-a1a6-4f08-b97b-0c37f877119f" providerId="ADAL" clId="{161A7FAA-B398-4429-9FC2-656B0895AF0F}" dt="2025-07-16T11:37:46.675" v="708" actId="6549"/>
      <pc:docMkLst>
        <pc:docMk/>
      </pc:docMkLst>
      <pc:sldChg chg="modSp mod ord">
        <pc:chgData name="Mohammed Fasha" userId="cc64f42d-a1a6-4f08-b97b-0c37f877119f" providerId="ADAL" clId="{161A7FAA-B398-4429-9FC2-656B0895AF0F}" dt="2025-07-16T11:36:08.642" v="696" actId="14100"/>
        <pc:sldMkLst>
          <pc:docMk/>
          <pc:sldMk cId="1162554463" sldId="257"/>
        </pc:sldMkLst>
        <pc:spChg chg="mod">
          <ac:chgData name="Mohammed Fasha" userId="cc64f42d-a1a6-4f08-b97b-0c37f877119f" providerId="ADAL" clId="{161A7FAA-B398-4429-9FC2-656B0895AF0F}" dt="2025-07-16T07:59:43.135" v="11" actId="113"/>
          <ac:spMkLst>
            <pc:docMk/>
            <pc:sldMk cId="1162554463" sldId="257"/>
            <ac:spMk id="2" creationId="{8BE518FD-B81F-466C-AD85-5DDC967653B4}"/>
          </ac:spMkLst>
        </pc:spChg>
        <pc:spChg chg="mod">
          <ac:chgData name="Mohammed Fasha" userId="cc64f42d-a1a6-4f08-b97b-0c37f877119f" providerId="ADAL" clId="{161A7FAA-B398-4429-9FC2-656B0895AF0F}" dt="2025-07-16T11:35:43.045" v="683" actId="113"/>
          <ac:spMkLst>
            <pc:docMk/>
            <pc:sldMk cId="1162554463" sldId="257"/>
            <ac:spMk id="3" creationId="{1A647627-019E-4599-BFE9-83A7DEA04B6D}"/>
          </ac:spMkLst>
        </pc:spChg>
        <pc:spChg chg="mod">
          <ac:chgData name="Mohammed Fasha" userId="cc64f42d-a1a6-4f08-b97b-0c37f877119f" providerId="ADAL" clId="{161A7FAA-B398-4429-9FC2-656B0895AF0F}" dt="2025-07-16T11:36:03.028" v="695" actId="6549"/>
          <ac:spMkLst>
            <pc:docMk/>
            <pc:sldMk cId="1162554463" sldId="257"/>
            <ac:spMk id="4" creationId="{929A5FA8-1320-61F3-BC79-488C9BA93D9F}"/>
          </ac:spMkLst>
        </pc:spChg>
        <pc:picChg chg="mod">
          <ac:chgData name="Mohammed Fasha" userId="cc64f42d-a1a6-4f08-b97b-0c37f877119f" providerId="ADAL" clId="{161A7FAA-B398-4429-9FC2-656B0895AF0F}" dt="2025-07-16T11:36:08.642" v="696" actId="14100"/>
          <ac:picMkLst>
            <pc:docMk/>
            <pc:sldMk cId="1162554463" sldId="257"/>
            <ac:picMk id="5" creationId="{47A753CC-D081-A128-3391-BC871C607F6E}"/>
          </ac:picMkLst>
        </pc:picChg>
      </pc:sldChg>
      <pc:sldChg chg="del ord">
        <pc:chgData name="Mohammed Fasha" userId="cc64f42d-a1a6-4f08-b97b-0c37f877119f" providerId="ADAL" clId="{161A7FAA-B398-4429-9FC2-656B0895AF0F}" dt="2025-07-16T11:08:19.768" v="515" actId="47"/>
        <pc:sldMkLst>
          <pc:docMk/>
          <pc:sldMk cId="3910887702" sldId="456"/>
        </pc:sldMkLst>
      </pc:sldChg>
      <pc:sldChg chg="addSp modSp mod">
        <pc:chgData name="Mohammed Fasha" userId="cc64f42d-a1a6-4f08-b97b-0c37f877119f" providerId="ADAL" clId="{161A7FAA-B398-4429-9FC2-656B0895AF0F}" dt="2025-07-16T08:10:21.461" v="130" actId="113"/>
        <pc:sldMkLst>
          <pc:docMk/>
          <pc:sldMk cId="3639736080" sldId="457"/>
        </pc:sldMkLst>
        <pc:spChg chg="mod">
          <ac:chgData name="Mohammed Fasha" userId="cc64f42d-a1a6-4f08-b97b-0c37f877119f" providerId="ADAL" clId="{161A7FAA-B398-4429-9FC2-656B0895AF0F}" dt="2025-07-16T08:10:21.461" v="130" actId="113"/>
          <ac:spMkLst>
            <pc:docMk/>
            <pc:sldMk cId="3639736080" sldId="457"/>
            <ac:spMk id="2" creationId="{5A741632-F5AA-89F8-92B0-716C60C6B299}"/>
          </ac:spMkLst>
        </pc:spChg>
        <pc:picChg chg="add mod">
          <ac:chgData name="Mohammed Fasha" userId="cc64f42d-a1a6-4f08-b97b-0c37f877119f" providerId="ADAL" clId="{161A7FAA-B398-4429-9FC2-656B0895AF0F}" dt="2025-07-16T08:09:37.477" v="125"/>
          <ac:picMkLst>
            <pc:docMk/>
            <pc:sldMk cId="3639736080" sldId="457"/>
            <ac:picMk id="4" creationId="{DE2B1E32-0CA3-128D-CB32-2F690773BA5C}"/>
          </ac:picMkLst>
        </pc:picChg>
        <pc:picChg chg="mod">
          <ac:chgData name="Mohammed Fasha" userId="cc64f42d-a1a6-4f08-b97b-0c37f877119f" providerId="ADAL" clId="{161A7FAA-B398-4429-9FC2-656B0895AF0F}" dt="2025-07-16T08:09:54.987" v="129" actId="1076"/>
          <ac:picMkLst>
            <pc:docMk/>
            <pc:sldMk cId="3639736080" sldId="457"/>
            <ac:picMk id="7" creationId="{82D86F0E-0628-3880-4CDD-0284B92DC94E}"/>
          </ac:picMkLst>
        </pc:picChg>
      </pc:sldChg>
      <pc:sldChg chg="addSp modSp mod">
        <pc:chgData name="Mohammed Fasha" userId="cc64f42d-a1a6-4f08-b97b-0c37f877119f" providerId="ADAL" clId="{161A7FAA-B398-4429-9FC2-656B0895AF0F}" dt="2025-07-16T08:11:43.027" v="145" actId="14100"/>
        <pc:sldMkLst>
          <pc:docMk/>
          <pc:sldMk cId="2042404279" sldId="458"/>
        </pc:sldMkLst>
        <pc:spChg chg="mod">
          <ac:chgData name="Mohammed Fasha" userId="cc64f42d-a1a6-4f08-b97b-0c37f877119f" providerId="ADAL" clId="{161A7FAA-B398-4429-9FC2-656B0895AF0F}" dt="2025-07-16T08:10:49.595" v="141" actId="27636"/>
          <ac:spMkLst>
            <pc:docMk/>
            <pc:sldMk cId="2042404279" sldId="458"/>
            <ac:spMk id="2" creationId="{AFD55279-926D-56F4-16C1-40E544073600}"/>
          </ac:spMkLst>
        </pc:spChg>
        <pc:picChg chg="mod">
          <ac:chgData name="Mohammed Fasha" userId="cc64f42d-a1a6-4f08-b97b-0c37f877119f" providerId="ADAL" clId="{161A7FAA-B398-4429-9FC2-656B0895AF0F}" dt="2025-07-16T08:10:47.228" v="139" actId="1076"/>
          <ac:picMkLst>
            <pc:docMk/>
            <pc:sldMk cId="2042404279" sldId="458"/>
            <ac:picMk id="5" creationId="{D78EEB53-EDB0-9883-EF22-7ECFE0832215}"/>
          </ac:picMkLst>
        </pc:picChg>
        <pc:picChg chg="add mod">
          <ac:chgData name="Mohammed Fasha" userId="cc64f42d-a1a6-4f08-b97b-0c37f877119f" providerId="ADAL" clId="{161A7FAA-B398-4429-9FC2-656B0895AF0F}" dt="2025-07-16T08:11:43.027" v="145" actId="14100"/>
          <ac:picMkLst>
            <pc:docMk/>
            <pc:sldMk cId="2042404279" sldId="458"/>
            <ac:picMk id="3074" creationId="{4DD72E80-9023-5209-B53A-ADEDF9507F30}"/>
          </ac:picMkLst>
        </pc:picChg>
      </pc:sldChg>
      <pc:sldChg chg="del">
        <pc:chgData name="Mohammed Fasha" userId="cc64f42d-a1a6-4f08-b97b-0c37f877119f" providerId="ADAL" clId="{161A7FAA-B398-4429-9FC2-656B0895AF0F}" dt="2025-07-16T08:18:53.045" v="232" actId="2696"/>
        <pc:sldMkLst>
          <pc:docMk/>
          <pc:sldMk cId="945325653" sldId="460"/>
        </pc:sldMkLst>
      </pc:sldChg>
      <pc:sldChg chg="delSp add del mod ord">
        <pc:chgData name="Mohammed Fasha" userId="cc64f42d-a1a6-4f08-b97b-0c37f877119f" providerId="ADAL" clId="{161A7FAA-B398-4429-9FC2-656B0895AF0F}" dt="2025-07-16T08:26:36.943" v="352" actId="47"/>
        <pc:sldMkLst>
          <pc:docMk/>
          <pc:sldMk cId="1040197143" sldId="460"/>
        </pc:sldMkLst>
        <pc:picChg chg="del">
          <ac:chgData name="Mohammed Fasha" userId="cc64f42d-a1a6-4f08-b97b-0c37f877119f" providerId="ADAL" clId="{161A7FAA-B398-4429-9FC2-656B0895AF0F}" dt="2025-07-16T08:18:58.259" v="234" actId="21"/>
          <ac:picMkLst>
            <pc:docMk/>
            <pc:sldMk cId="1040197143" sldId="460"/>
            <ac:picMk id="12" creationId="{ED72E220-66E3-C895-AA2B-7821BAB0B80F}"/>
          </ac:picMkLst>
        </pc:picChg>
        <pc:picChg chg="del">
          <ac:chgData name="Mohammed Fasha" userId="cc64f42d-a1a6-4f08-b97b-0c37f877119f" providerId="ADAL" clId="{161A7FAA-B398-4429-9FC2-656B0895AF0F}" dt="2025-07-16T08:19:12.149" v="237" actId="21"/>
          <ac:picMkLst>
            <pc:docMk/>
            <pc:sldMk cId="1040197143" sldId="460"/>
            <ac:picMk id="13" creationId="{923AB4FC-8803-B130-E7FF-D6F9B65D8759}"/>
          </ac:picMkLst>
        </pc:picChg>
      </pc:sldChg>
      <pc:sldChg chg="modSp mod ord">
        <pc:chgData name="Mohammed Fasha" userId="cc64f42d-a1a6-4f08-b97b-0c37f877119f" providerId="ADAL" clId="{161A7FAA-B398-4429-9FC2-656B0895AF0F}" dt="2025-07-16T08:31:04.392" v="376" actId="5793"/>
        <pc:sldMkLst>
          <pc:docMk/>
          <pc:sldMk cId="2248227231" sldId="461"/>
        </pc:sldMkLst>
        <pc:spChg chg="mod">
          <ac:chgData name="Mohammed Fasha" userId="cc64f42d-a1a6-4f08-b97b-0c37f877119f" providerId="ADAL" clId="{161A7FAA-B398-4429-9FC2-656B0895AF0F}" dt="2025-07-16T08:31:04.392" v="376" actId="5793"/>
          <ac:spMkLst>
            <pc:docMk/>
            <pc:sldMk cId="2248227231" sldId="461"/>
            <ac:spMk id="15" creationId="{16489CD5-E694-96CA-6EE8-2DA9D775D58C}"/>
          </ac:spMkLst>
        </pc:spChg>
      </pc:sldChg>
      <pc:sldChg chg="addSp modSp mod ord">
        <pc:chgData name="Mohammed Fasha" userId="cc64f42d-a1a6-4f08-b97b-0c37f877119f" providerId="ADAL" clId="{161A7FAA-B398-4429-9FC2-656B0895AF0F}" dt="2025-07-16T10:49:51.326" v="389" actId="1076"/>
        <pc:sldMkLst>
          <pc:docMk/>
          <pc:sldMk cId="1427723282" sldId="462"/>
        </pc:sldMkLst>
        <pc:spChg chg="mod">
          <ac:chgData name="Mohammed Fasha" userId="cc64f42d-a1a6-4f08-b97b-0c37f877119f" providerId="ADAL" clId="{161A7FAA-B398-4429-9FC2-656B0895AF0F}" dt="2025-07-16T10:49:28.331" v="385" actId="179"/>
          <ac:spMkLst>
            <pc:docMk/>
            <pc:sldMk cId="1427723282" sldId="462"/>
            <ac:spMk id="2" creationId="{5161A592-C95D-5F4C-D812-FDE1F8B67D98}"/>
          </ac:spMkLst>
        </pc:spChg>
        <pc:picChg chg="add mod">
          <ac:chgData name="Mohammed Fasha" userId="cc64f42d-a1a6-4f08-b97b-0c37f877119f" providerId="ADAL" clId="{161A7FAA-B398-4429-9FC2-656B0895AF0F}" dt="2025-07-16T10:49:51.326" v="389" actId="1076"/>
          <ac:picMkLst>
            <pc:docMk/>
            <pc:sldMk cId="1427723282" sldId="462"/>
            <ac:picMk id="6" creationId="{79C0C2BA-6BEC-3370-0CDA-2423FD3D748B}"/>
          </ac:picMkLst>
        </pc:picChg>
      </pc:sldChg>
      <pc:sldChg chg="addSp delSp modSp del mod ord">
        <pc:chgData name="Mohammed Fasha" userId="cc64f42d-a1a6-4f08-b97b-0c37f877119f" providerId="ADAL" clId="{161A7FAA-B398-4429-9FC2-656B0895AF0F}" dt="2025-07-16T10:58:06.640" v="492" actId="47"/>
        <pc:sldMkLst>
          <pc:docMk/>
          <pc:sldMk cId="538252582" sldId="463"/>
        </pc:sldMkLst>
        <pc:spChg chg="add del mod">
          <ac:chgData name="Mohammed Fasha" userId="cc64f42d-a1a6-4f08-b97b-0c37f877119f" providerId="ADAL" clId="{161A7FAA-B398-4429-9FC2-656B0895AF0F}" dt="2025-07-16T10:55:49.966" v="466" actId="478"/>
          <ac:spMkLst>
            <pc:docMk/>
            <pc:sldMk cId="538252582" sldId="463"/>
            <ac:spMk id="4" creationId="{EEF6E9EA-7681-6444-3DDE-EC4BF3C3BAC1}"/>
          </ac:spMkLst>
        </pc:spChg>
        <pc:picChg chg="mod">
          <ac:chgData name="Mohammed Fasha" userId="cc64f42d-a1a6-4f08-b97b-0c37f877119f" providerId="ADAL" clId="{161A7FAA-B398-4429-9FC2-656B0895AF0F}" dt="2025-07-16T10:56:02.523" v="470" actId="14100"/>
          <ac:picMkLst>
            <pc:docMk/>
            <pc:sldMk cId="538252582" sldId="463"/>
            <ac:picMk id="5" creationId="{B77B7C33-3931-334D-F5F0-51578F602770}"/>
          </ac:picMkLst>
        </pc:picChg>
        <pc:picChg chg="mod ord">
          <ac:chgData name="Mohammed Fasha" userId="cc64f42d-a1a6-4f08-b97b-0c37f877119f" providerId="ADAL" clId="{161A7FAA-B398-4429-9FC2-656B0895AF0F}" dt="2025-07-16T10:55:43.435" v="463" actId="1076"/>
          <ac:picMkLst>
            <pc:docMk/>
            <pc:sldMk cId="538252582" sldId="463"/>
            <ac:picMk id="7" creationId="{D41F736F-AF01-4029-F291-F1741828EA3C}"/>
          </ac:picMkLst>
        </pc:picChg>
        <pc:picChg chg="del">
          <ac:chgData name="Mohammed Fasha" userId="cc64f42d-a1a6-4f08-b97b-0c37f877119f" providerId="ADAL" clId="{161A7FAA-B398-4429-9FC2-656B0895AF0F}" dt="2025-07-16T10:56:49.027" v="486" actId="21"/>
          <ac:picMkLst>
            <pc:docMk/>
            <pc:sldMk cId="538252582" sldId="463"/>
            <ac:picMk id="8" creationId="{D4AE6193-CCD4-99C8-A300-F96A67CCB423}"/>
          </ac:picMkLst>
        </pc:picChg>
      </pc:sldChg>
      <pc:sldChg chg="del">
        <pc:chgData name="Mohammed Fasha" userId="cc64f42d-a1a6-4f08-b97b-0c37f877119f" providerId="ADAL" clId="{161A7FAA-B398-4429-9FC2-656B0895AF0F}" dt="2025-07-16T11:08:15.227" v="512" actId="47"/>
        <pc:sldMkLst>
          <pc:docMk/>
          <pc:sldMk cId="1559017199" sldId="464"/>
        </pc:sldMkLst>
      </pc:sldChg>
      <pc:sldChg chg="del">
        <pc:chgData name="Mohammed Fasha" userId="cc64f42d-a1a6-4f08-b97b-0c37f877119f" providerId="ADAL" clId="{161A7FAA-B398-4429-9FC2-656B0895AF0F}" dt="2025-07-16T11:08:14.161" v="511" actId="47"/>
        <pc:sldMkLst>
          <pc:docMk/>
          <pc:sldMk cId="2067025602" sldId="465"/>
        </pc:sldMkLst>
      </pc:sldChg>
      <pc:sldChg chg="del">
        <pc:chgData name="Mohammed Fasha" userId="cc64f42d-a1a6-4f08-b97b-0c37f877119f" providerId="ADAL" clId="{161A7FAA-B398-4429-9FC2-656B0895AF0F}" dt="2025-07-16T11:08:16.310" v="513" actId="47"/>
        <pc:sldMkLst>
          <pc:docMk/>
          <pc:sldMk cId="2575217795" sldId="466"/>
        </pc:sldMkLst>
      </pc:sldChg>
      <pc:sldChg chg="del">
        <pc:chgData name="Mohammed Fasha" userId="cc64f42d-a1a6-4f08-b97b-0c37f877119f" providerId="ADAL" clId="{161A7FAA-B398-4429-9FC2-656B0895AF0F}" dt="2025-07-16T11:08:17.068" v="514" actId="47"/>
        <pc:sldMkLst>
          <pc:docMk/>
          <pc:sldMk cId="1558611893" sldId="476"/>
        </pc:sldMkLst>
      </pc:sldChg>
      <pc:sldChg chg="addSp delSp modSp new mod">
        <pc:chgData name="Mohammed Fasha" userId="cc64f42d-a1a6-4f08-b97b-0c37f877119f" providerId="ADAL" clId="{161A7FAA-B398-4429-9FC2-656B0895AF0F}" dt="2025-07-16T08:08:48.133" v="117" actId="1076"/>
        <pc:sldMkLst>
          <pc:docMk/>
          <pc:sldMk cId="2300765676" sldId="477"/>
        </pc:sldMkLst>
        <pc:spChg chg="mod">
          <ac:chgData name="Mohammed Fasha" userId="cc64f42d-a1a6-4f08-b97b-0c37f877119f" providerId="ADAL" clId="{161A7FAA-B398-4429-9FC2-656B0895AF0F}" dt="2025-07-16T08:08:36.095" v="116" actId="27636"/>
          <ac:spMkLst>
            <pc:docMk/>
            <pc:sldMk cId="2300765676" sldId="477"/>
            <ac:spMk id="2" creationId="{B23B8AB6-5D16-5C93-D306-CA79D6F7715A}"/>
          </ac:spMkLst>
        </pc:spChg>
        <pc:spChg chg="mod">
          <ac:chgData name="Mohammed Fasha" userId="cc64f42d-a1a6-4f08-b97b-0c37f877119f" providerId="ADAL" clId="{161A7FAA-B398-4429-9FC2-656B0895AF0F}" dt="2025-07-16T08:06:36.346" v="104"/>
          <ac:spMkLst>
            <pc:docMk/>
            <pc:sldMk cId="2300765676" sldId="477"/>
            <ac:spMk id="3" creationId="{A955792E-C166-AD40-E023-9C9473F341EE}"/>
          </ac:spMkLst>
        </pc:spChg>
        <pc:picChg chg="add del">
          <ac:chgData name="Mohammed Fasha" userId="cc64f42d-a1a6-4f08-b97b-0c37f877119f" providerId="ADAL" clId="{161A7FAA-B398-4429-9FC2-656B0895AF0F}" dt="2025-07-16T08:05:48.658" v="91" actId="478"/>
          <ac:picMkLst>
            <pc:docMk/>
            <pc:sldMk cId="2300765676" sldId="477"/>
            <ac:picMk id="5" creationId="{45D6DA4C-2F0D-260B-8062-714BA9263593}"/>
          </ac:picMkLst>
        </pc:picChg>
        <pc:picChg chg="add del mod">
          <ac:chgData name="Mohammed Fasha" userId="cc64f42d-a1a6-4f08-b97b-0c37f877119f" providerId="ADAL" clId="{161A7FAA-B398-4429-9FC2-656B0895AF0F}" dt="2025-07-16T08:04:14.371" v="84" actId="478"/>
          <ac:picMkLst>
            <pc:docMk/>
            <pc:sldMk cId="2300765676" sldId="477"/>
            <ac:picMk id="1026" creationId="{F9570969-F598-6ACB-2DD4-CCA2812970C4}"/>
          </ac:picMkLst>
        </pc:picChg>
        <pc:picChg chg="add del mod">
          <ac:chgData name="Mohammed Fasha" userId="cc64f42d-a1a6-4f08-b97b-0c37f877119f" providerId="ADAL" clId="{161A7FAA-B398-4429-9FC2-656B0895AF0F}" dt="2025-07-16T08:05:11.635" v="89" actId="478"/>
          <ac:picMkLst>
            <pc:docMk/>
            <pc:sldMk cId="2300765676" sldId="477"/>
            <ac:picMk id="1028" creationId="{6CD59B2C-D8DA-FE8A-6FE6-FA28D990AF89}"/>
          </ac:picMkLst>
        </pc:picChg>
        <pc:picChg chg="add mod">
          <ac:chgData name="Mohammed Fasha" userId="cc64f42d-a1a6-4f08-b97b-0c37f877119f" providerId="ADAL" clId="{161A7FAA-B398-4429-9FC2-656B0895AF0F}" dt="2025-07-16T08:08:48.133" v="117" actId="1076"/>
          <ac:picMkLst>
            <pc:docMk/>
            <pc:sldMk cId="2300765676" sldId="477"/>
            <ac:picMk id="1030" creationId="{105D4075-60E9-9283-7A3C-A2F1DF21BE6F}"/>
          </ac:picMkLst>
        </pc:picChg>
      </pc:sldChg>
      <pc:sldChg chg="modSp new mod">
        <pc:chgData name="Mohammed Fasha" userId="cc64f42d-a1a6-4f08-b97b-0c37f877119f" providerId="ADAL" clId="{161A7FAA-B398-4429-9FC2-656B0895AF0F}" dt="2025-07-16T11:37:46.675" v="708" actId="6549"/>
        <pc:sldMkLst>
          <pc:docMk/>
          <pc:sldMk cId="2145969539" sldId="478"/>
        </pc:sldMkLst>
        <pc:spChg chg="mod">
          <ac:chgData name="Mohammed Fasha" userId="cc64f42d-a1a6-4f08-b97b-0c37f877119f" providerId="ADAL" clId="{161A7FAA-B398-4429-9FC2-656B0895AF0F}" dt="2025-07-16T11:37:46.675" v="708" actId="6549"/>
          <ac:spMkLst>
            <pc:docMk/>
            <pc:sldMk cId="2145969539" sldId="478"/>
            <ac:spMk id="2" creationId="{595313C8-76FF-2F07-3ED5-814AD3EC72DC}"/>
          </ac:spMkLst>
        </pc:spChg>
        <pc:spChg chg="mod">
          <ac:chgData name="Mohammed Fasha" userId="cc64f42d-a1a6-4f08-b97b-0c37f877119f" providerId="ADAL" clId="{161A7FAA-B398-4429-9FC2-656B0895AF0F}" dt="2025-07-16T07:59:36.176" v="10" actId="113"/>
          <ac:spMkLst>
            <pc:docMk/>
            <pc:sldMk cId="2145969539" sldId="478"/>
            <ac:spMk id="3" creationId="{071A7914-96DB-51CC-53B0-AF8ED0AF6AEC}"/>
          </ac:spMkLst>
        </pc:spChg>
      </pc:sldChg>
      <pc:sldChg chg="addSp delSp modSp new del mod">
        <pc:chgData name="Mohammed Fasha" userId="cc64f42d-a1a6-4f08-b97b-0c37f877119f" providerId="ADAL" clId="{161A7FAA-B398-4429-9FC2-656B0895AF0F}" dt="2025-07-16T08:08:07.529" v="114" actId="47"/>
        <pc:sldMkLst>
          <pc:docMk/>
          <pc:sldMk cId="575657110" sldId="479"/>
        </pc:sldMkLst>
        <pc:spChg chg="add del mod">
          <ac:chgData name="Mohammed Fasha" userId="cc64f42d-a1a6-4f08-b97b-0c37f877119f" providerId="ADAL" clId="{161A7FAA-B398-4429-9FC2-656B0895AF0F}" dt="2025-07-16T08:07:56.853" v="113" actId="404"/>
          <ac:spMkLst>
            <pc:docMk/>
            <pc:sldMk cId="575657110" sldId="479"/>
            <ac:spMk id="2" creationId="{4ADEBDBE-8C09-D3AD-763D-3410BE9FAF8D}"/>
          </ac:spMkLst>
        </pc:spChg>
        <pc:spChg chg="add mod">
          <ac:chgData name="Mohammed Fasha" userId="cc64f42d-a1a6-4f08-b97b-0c37f877119f" providerId="ADAL" clId="{161A7FAA-B398-4429-9FC2-656B0895AF0F}" dt="2025-07-16T08:07:02.451" v="107"/>
          <ac:spMkLst>
            <pc:docMk/>
            <pc:sldMk cId="575657110" sldId="479"/>
            <ac:spMk id="4" creationId="{61048862-B9F5-1154-77E8-4D0F5E449B7F}"/>
          </ac:spMkLst>
        </pc:spChg>
      </pc:sldChg>
      <pc:sldChg chg="modSp new mod">
        <pc:chgData name="Mohammed Fasha" userId="cc64f42d-a1a6-4f08-b97b-0c37f877119f" providerId="ADAL" clId="{161A7FAA-B398-4429-9FC2-656B0895AF0F}" dt="2025-07-16T08:12:50.396" v="164" actId="5793"/>
        <pc:sldMkLst>
          <pc:docMk/>
          <pc:sldMk cId="1427132372" sldId="479"/>
        </pc:sldMkLst>
        <pc:spChg chg="mod">
          <ac:chgData name="Mohammed Fasha" userId="cc64f42d-a1a6-4f08-b97b-0c37f877119f" providerId="ADAL" clId="{161A7FAA-B398-4429-9FC2-656B0895AF0F}" dt="2025-07-16T08:12:50.396" v="164" actId="5793"/>
          <ac:spMkLst>
            <pc:docMk/>
            <pc:sldMk cId="1427132372" sldId="479"/>
            <ac:spMk id="2" creationId="{E56CB444-3023-BA2B-502A-E63C438605D8}"/>
          </ac:spMkLst>
        </pc:spChg>
        <pc:spChg chg="mod">
          <ac:chgData name="Mohammed Fasha" userId="cc64f42d-a1a6-4f08-b97b-0c37f877119f" providerId="ADAL" clId="{161A7FAA-B398-4429-9FC2-656B0895AF0F}" dt="2025-07-16T08:12:34.428" v="155" actId="113"/>
          <ac:spMkLst>
            <pc:docMk/>
            <pc:sldMk cId="1427132372" sldId="479"/>
            <ac:spMk id="3" creationId="{55B8EC88-FA32-80C6-9212-225795D1FE9E}"/>
          </ac:spMkLst>
        </pc:spChg>
      </pc:sldChg>
      <pc:sldChg chg="addSp delSp modSp new mod">
        <pc:chgData name="Mohammed Fasha" userId="cc64f42d-a1a6-4f08-b97b-0c37f877119f" providerId="ADAL" clId="{161A7FAA-B398-4429-9FC2-656B0895AF0F}" dt="2025-07-16T08:15:31.546" v="209" actId="1076"/>
        <pc:sldMkLst>
          <pc:docMk/>
          <pc:sldMk cId="3075052158" sldId="480"/>
        </pc:sldMkLst>
        <pc:spChg chg="add del mod">
          <ac:chgData name="Mohammed Fasha" userId="cc64f42d-a1a6-4f08-b97b-0c37f877119f" providerId="ADAL" clId="{161A7FAA-B398-4429-9FC2-656B0895AF0F}" dt="2025-07-16T08:15:23.436" v="205" actId="14100"/>
          <ac:spMkLst>
            <pc:docMk/>
            <pc:sldMk cId="3075052158" sldId="480"/>
            <ac:spMk id="2" creationId="{D7723A21-97D0-9266-6B42-28CBEDC236D9}"/>
          </ac:spMkLst>
        </pc:spChg>
        <pc:spChg chg="mod">
          <ac:chgData name="Mohammed Fasha" userId="cc64f42d-a1a6-4f08-b97b-0c37f877119f" providerId="ADAL" clId="{161A7FAA-B398-4429-9FC2-656B0895AF0F}" dt="2025-07-16T08:13:33.725" v="185" actId="6549"/>
          <ac:spMkLst>
            <pc:docMk/>
            <pc:sldMk cId="3075052158" sldId="480"/>
            <ac:spMk id="3" creationId="{E520913F-E7B6-47CD-911A-B7E553D5285A}"/>
          </ac:spMkLst>
        </pc:spChg>
        <pc:spChg chg="add mod">
          <ac:chgData name="Mohammed Fasha" userId="cc64f42d-a1a6-4f08-b97b-0c37f877119f" providerId="ADAL" clId="{161A7FAA-B398-4429-9FC2-656B0895AF0F}" dt="2025-07-16T08:13:08.318" v="167"/>
          <ac:spMkLst>
            <pc:docMk/>
            <pc:sldMk cId="3075052158" sldId="480"/>
            <ac:spMk id="4" creationId="{5B28E922-3593-82D7-6A03-F52CCB4BFE39}"/>
          </ac:spMkLst>
        </pc:spChg>
        <pc:picChg chg="add mod">
          <ac:chgData name="Mohammed Fasha" userId="cc64f42d-a1a6-4f08-b97b-0c37f877119f" providerId="ADAL" clId="{161A7FAA-B398-4429-9FC2-656B0895AF0F}" dt="2025-07-16T08:15:31.546" v="209" actId="1076"/>
          <ac:picMkLst>
            <pc:docMk/>
            <pc:sldMk cId="3075052158" sldId="480"/>
            <ac:picMk id="5123" creationId="{7227A453-5C80-EF05-DBFF-BB24669D733C}"/>
          </ac:picMkLst>
        </pc:picChg>
      </pc:sldChg>
      <pc:sldChg chg="addSp modSp new mod">
        <pc:chgData name="Mohammed Fasha" userId="cc64f42d-a1a6-4f08-b97b-0c37f877119f" providerId="ADAL" clId="{161A7FAA-B398-4429-9FC2-656B0895AF0F}" dt="2025-07-16T08:26:24.604" v="351" actId="1076"/>
        <pc:sldMkLst>
          <pc:docMk/>
          <pc:sldMk cId="3717947773" sldId="481"/>
        </pc:sldMkLst>
        <pc:spChg chg="mod">
          <ac:chgData name="Mohammed Fasha" userId="cc64f42d-a1a6-4f08-b97b-0c37f877119f" providerId="ADAL" clId="{161A7FAA-B398-4429-9FC2-656B0895AF0F}" dt="2025-07-16T08:20:53.969" v="256" actId="404"/>
          <ac:spMkLst>
            <pc:docMk/>
            <pc:sldMk cId="3717947773" sldId="481"/>
            <ac:spMk id="2" creationId="{ECC626B6-A902-6BF5-9290-D13B2FC57543}"/>
          </ac:spMkLst>
        </pc:spChg>
        <pc:spChg chg="mod">
          <ac:chgData name="Mohammed Fasha" userId="cc64f42d-a1a6-4f08-b97b-0c37f877119f" providerId="ADAL" clId="{161A7FAA-B398-4429-9FC2-656B0895AF0F}" dt="2025-07-16T08:19:58.582" v="247" actId="113"/>
          <ac:spMkLst>
            <pc:docMk/>
            <pc:sldMk cId="3717947773" sldId="481"/>
            <ac:spMk id="3" creationId="{E11FBCEE-3920-1390-A5A2-B8102DBEF6F8}"/>
          </ac:spMkLst>
        </pc:spChg>
        <pc:spChg chg="add mod">
          <ac:chgData name="Mohammed Fasha" userId="cc64f42d-a1a6-4f08-b97b-0c37f877119f" providerId="ADAL" clId="{161A7FAA-B398-4429-9FC2-656B0895AF0F}" dt="2025-07-16T08:23:56.687" v="348" actId="27636"/>
          <ac:spMkLst>
            <pc:docMk/>
            <pc:sldMk cId="3717947773" sldId="481"/>
            <ac:spMk id="5" creationId="{A8F843FB-6888-4116-3CF1-CFF8977AD640}"/>
          </ac:spMkLst>
        </pc:spChg>
        <pc:picChg chg="add mod ord">
          <ac:chgData name="Mohammed Fasha" userId="cc64f42d-a1a6-4f08-b97b-0c37f877119f" providerId="ADAL" clId="{161A7FAA-B398-4429-9FC2-656B0895AF0F}" dt="2025-07-16T08:21:27.138" v="339" actId="1076"/>
          <ac:picMkLst>
            <pc:docMk/>
            <pc:sldMk cId="3717947773" sldId="481"/>
            <ac:picMk id="4" creationId="{159964DC-0CDA-4C8C-1325-DEC0B312A24B}"/>
          </ac:picMkLst>
        </pc:picChg>
        <pc:picChg chg="add mod">
          <ac:chgData name="Mohammed Fasha" userId="cc64f42d-a1a6-4f08-b97b-0c37f877119f" providerId="ADAL" clId="{161A7FAA-B398-4429-9FC2-656B0895AF0F}" dt="2025-07-16T08:26:24.604" v="351" actId="1076"/>
          <ac:picMkLst>
            <pc:docMk/>
            <pc:sldMk cId="3717947773" sldId="481"/>
            <ac:picMk id="6146" creationId="{1E7C1A24-99FD-05FD-C2A7-F0B29742FF62}"/>
          </ac:picMkLst>
        </pc:picChg>
      </pc:sldChg>
      <pc:sldChg chg="addSp delSp modSp new mod ord">
        <pc:chgData name="Mohammed Fasha" userId="cc64f42d-a1a6-4f08-b97b-0c37f877119f" providerId="ADAL" clId="{161A7FAA-B398-4429-9FC2-656B0895AF0F}" dt="2025-07-16T10:57:46.716" v="490" actId="14100"/>
        <pc:sldMkLst>
          <pc:docMk/>
          <pc:sldMk cId="3941017664" sldId="482"/>
        </pc:sldMkLst>
        <pc:spChg chg="mod">
          <ac:chgData name="Mohammed Fasha" userId="cc64f42d-a1a6-4f08-b97b-0c37f877119f" providerId="ADAL" clId="{161A7FAA-B398-4429-9FC2-656B0895AF0F}" dt="2025-07-16T10:56:26.036" v="482" actId="27636"/>
          <ac:spMkLst>
            <pc:docMk/>
            <pc:sldMk cId="3941017664" sldId="482"/>
            <ac:spMk id="2" creationId="{4AB508A7-8888-D77B-B430-86487FE1DB28}"/>
          </ac:spMkLst>
        </pc:spChg>
        <pc:spChg chg="mod">
          <ac:chgData name="Mohammed Fasha" userId="cc64f42d-a1a6-4f08-b97b-0c37f877119f" providerId="ADAL" clId="{161A7FAA-B398-4429-9FC2-656B0895AF0F}" dt="2025-07-16T10:50:23.154" v="392"/>
          <ac:spMkLst>
            <pc:docMk/>
            <pc:sldMk cId="3941017664" sldId="482"/>
            <ac:spMk id="3" creationId="{28A4CF1C-C04B-6B0E-66D9-A9DDA7F6AA70}"/>
          </ac:spMkLst>
        </pc:spChg>
        <pc:picChg chg="add mod ord">
          <ac:chgData name="Mohammed Fasha" userId="cc64f42d-a1a6-4f08-b97b-0c37f877119f" providerId="ADAL" clId="{161A7FAA-B398-4429-9FC2-656B0895AF0F}" dt="2025-07-16T10:57:46.716" v="490" actId="14100"/>
          <ac:picMkLst>
            <pc:docMk/>
            <pc:sldMk cId="3941017664" sldId="482"/>
            <ac:picMk id="5" creationId="{8F2330D7-9298-4367-D02D-C079ED44A0BE}"/>
          </ac:picMkLst>
        </pc:picChg>
        <pc:picChg chg="add mod">
          <ac:chgData name="Mohammed Fasha" userId="cc64f42d-a1a6-4f08-b97b-0c37f877119f" providerId="ADAL" clId="{161A7FAA-B398-4429-9FC2-656B0895AF0F}" dt="2025-07-16T10:56:21.823" v="480" actId="1076"/>
          <ac:picMkLst>
            <pc:docMk/>
            <pc:sldMk cId="3941017664" sldId="482"/>
            <ac:picMk id="6" creationId="{44FAA658-B7FF-3387-5E0B-7631B2303893}"/>
          </ac:picMkLst>
        </pc:picChg>
        <pc:picChg chg="add del mod">
          <ac:chgData name="Mohammed Fasha" userId="cc64f42d-a1a6-4f08-b97b-0c37f877119f" providerId="ADAL" clId="{161A7FAA-B398-4429-9FC2-656B0895AF0F}" dt="2025-07-16T10:56:54.155" v="489" actId="21"/>
          <ac:picMkLst>
            <pc:docMk/>
            <pc:sldMk cId="3941017664" sldId="482"/>
            <ac:picMk id="7" creationId="{389B9C61-7392-82F4-BF37-F2234D7428C6}"/>
          </ac:picMkLst>
        </pc:picChg>
      </pc:sldChg>
      <pc:sldChg chg="new del">
        <pc:chgData name="Mohammed Fasha" userId="cc64f42d-a1a6-4f08-b97b-0c37f877119f" providerId="ADAL" clId="{161A7FAA-B398-4429-9FC2-656B0895AF0F}" dt="2025-07-16T11:00:40.370" v="496" actId="47"/>
        <pc:sldMkLst>
          <pc:docMk/>
          <pc:sldMk cId="1291192180" sldId="483"/>
        </pc:sldMkLst>
      </pc:sldChg>
      <pc:sldChg chg="addSp modSp new mod">
        <pc:chgData name="Mohammed Fasha" userId="cc64f42d-a1a6-4f08-b97b-0c37f877119f" providerId="ADAL" clId="{161A7FAA-B398-4429-9FC2-656B0895AF0F}" dt="2025-07-16T08:19:15.788" v="238"/>
        <pc:sldMkLst>
          <pc:docMk/>
          <pc:sldMk cId="1949621639" sldId="484"/>
        </pc:sldMkLst>
        <pc:spChg chg="mod">
          <ac:chgData name="Mohammed Fasha" userId="cc64f42d-a1a6-4f08-b97b-0c37f877119f" providerId="ADAL" clId="{161A7FAA-B398-4429-9FC2-656B0895AF0F}" dt="2025-07-16T08:17:24.427" v="231" actId="14100"/>
          <ac:spMkLst>
            <pc:docMk/>
            <pc:sldMk cId="1949621639" sldId="484"/>
            <ac:spMk id="2" creationId="{00E50F6B-D0D0-409C-B437-2D7A32D8857A}"/>
          </ac:spMkLst>
        </pc:spChg>
        <pc:spChg chg="mod">
          <ac:chgData name="Mohammed Fasha" userId="cc64f42d-a1a6-4f08-b97b-0c37f877119f" providerId="ADAL" clId="{161A7FAA-B398-4429-9FC2-656B0895AF0F}" dt="2025-07-16T08:16:40.937" v="221" actId="113"/>
          <ac:spMkLst>
            <pc:docMk/>
            <pc:sldMk cId="1949621639" sldId="484"/>
            <ac:spMk id="3" creationId="{8AEB1D58-5352-F4F3-2A11-C6F2225E69D6}"/>
          </ac:spMkLst>
        </pc:spChg>
        <pc:picChg chg="add mod">
          <ac:chgData name="Mohammed Fasha" userId="cc64f42d-a1a6-4f08-b97b-0c37f877119f" providerId="ADAL" clId="{161A7FAA-B398-4429-9FC2-656B0895AF0F}" dt="2025-07-16T08:19:01.838" v="236" actId="1076"/>
          <ac:picMkLst>
            <pc:docMk/>
            <pc:sldMk cId="1949621639" sldId="484"/>
            <ac:picMk id="12" creationId="{ED72E220-66E3-C895-AA2B-7821BAB0B80F}"/>
          </ac:picMkLst>
        </pc:picChg>
        <pc:picChg chg="add mod">
          <ac:chgData name="Mohammed Fasha" userId="cc64f42d-a1a6-4f08-b97b-0c37f877119f" providerId="ADAL" clId="{161A7FAA-B398-4429-9FC2-656B0895AF0F}" dt="2025-07-16T08:19:15.788" v="238"/>
          <ac:picMkLst>
            <pc:docMk/>
            <pc:sldMk cId="1949621639" sldId="484"/>
            <ac:picMk id="13" creationId="{923AB4FC-8803-B130-E7FF-D6F9B65D8759}"/>
          </ac:picMkLst>
        </pc:picChg>
      </pc:sldChg>
      <pc:sldChg chg="add del">
        <pc:chgData name="Mohammed Fasha" userId="cc64f42d-a1a6-4f08-b97b-0c37f877119f" providerId="ADAL" clId="{161A7FAA-B398-4429-9FC2-656B0895AF0F}" dt="2025-07-16T11:00:40.683" v="497" actId="47"/>
        <pc:sldMkLst>
          <pc:docMk/>
          <pc:sldMk cId="1850388856" sldId="485"/>
        </pc:sldMkLst>
      </pc:sldChg>
      <pc:sldChg chg="add del">
        <pc:chgData name="Mohammed Fasha" userId="cc64f42d-a1a6-4f08-b97b-0c37f877119f" providerId="ADAL" clId="{161A7FAA-B398-4429-9FC2-656B0895AF0F}" dt="2025-07-16T11:00:42.714" v="498" actId="47"/>
        <pc:sldMkLst>
          <pc:docMk/>
          <pc:sldMk cId="1736054340" sldId="486"/>
        </pc:sldMkLst>
      </pc:sldChg>
      <pc:sldChg chg="add del">
        <pc:chgData name="Mohammed Fasha" userId="cc64f42d-a1a6-4f08-b97b-0c37f877119f" providerId="ADAL" clId="{161A7FAA-B398-4429-9FC2-656B0895AF0F}" dt="2025-07-16T11:00:44.008" v="499" actId="47"/>
        <pc:sldMkLst>
          <pc:docMk/>
          <pc:sldMk cId="2214684939" sldId="487"/>
        </pc:sldMkLst>
      </pc:sldChg>
      <pc:sldChg chg="addSp delSp modSp add mod">
        <pc:chgData name="Mohammed Fasha" userId="cc64f42d-a1a6-4f08-b97b-0c37f877119f" providerId="ADAL" clId="{161A7FAA-B398-4429-9FC2-656B0895AF0F}" dt="2025-07-16T11:04:05.804" v="510" actId="1076"/>
        <pc:sldMkLst>
          <pc:docMk/>
          <pc:sldMk cId="294838801" sldId="488"/>
        </pc:sldMkLst>
        <pc:spChg chg="del">
          <ac:chgData name="Mohammed Fasha" userId="cc64f42d-a1a6-4f08-b97b-0c37f877119f" providerId="ADAL" clId="{161A7FAA-B398-4429-9FC2-656B0895AF0F}" dt="2025-07-16T11:02:21.976" v="500" actId="22"/>
          <ac:spMkLst>
            <pc:docMk/>
            <pc:sldMk cId="294838801" sldId="488"/>
            <ac:spMk id="2" creationId="{2C879D6F-8CA9-0D0D-1CBF-621A5C4B7E52}"/>
          </ac:spMkLst>
        </pc:spChg>
        <pc:spChg chg="mod">
          <ac:chgData name="Mohammed Fasha" userId="cc64f42d-a1a6-4f08-b97b-0c37f877119f" providerId="ADAL" clId="{161A7FAA-B398-4429-9FC2-656B0895AF0F}" dt="2025-07-16T11:02:48.461" v="502"/>
          <ac:spMkLst>
            <pc:docMk/>
            <pc:sldMk cId="294838801" sldId="488"/>
            <ac:spMk id="3" creationId="{67DBC383-8B40-EB48-75A5-7ABA05DD62AB}"/>
          </ac:spMkLst>
        </pc:spChg>
        <pc:spChg chg="add del mod">
          <ac:chgData name="Mohammed Fasha" userId="cc64f42d-a1a6-4f08-b97b-0c37f877119f" providerId="ADAL" clId="{161A7FAA-B398-4429-9FC2-656B0895AF0F}" dt="2025-07-16T11:03:32.415" v="504"/>
          <ac:spMkLst>
            <pc:docMk/>
            <pc:sldMk cId="294838801" sldId="488"/>
            <ac:spMk id="7" creationId="{4EFF6565-6987-A6AB-C3E8-721B34DDE752}"/>
          </ac:spMkLst>
        </pc:spChg>
        <pc:picChg chg="add del mod ord">
          <ac:chgData name="Mohammed Fasha" userId="cc64f42d-a1a6-4f08-b97b-0c37f877119f" providerId="ADAL" clId="{161A7FAA-B398-4429-9FC2-656B0895AF0F}" dt="2025-07-16T11:03:29.478" v="503" actId="478"/>
          <ac:picMkLst>
            <pc:docMk/>
            <pc:sldMk cId="294838801" sldId="488"/>
            <ac:picMk id="5" creationId="{D5368688-62C4-C53F-8AB0-330B1831DDB7}"/>
          </ac:picMkLst>
        </pc:picChg>
        <pc:picChg chg="add mod">
          <ac:chgData name="Mohammed Fasha" userId="cc64f42d-a1a6-4f08-b97b-0c37f877119f" providerId="ADAL" clId="{161A7FAA-B398-4429-9FC2-656B0895AF0F}" dt="2025-07-16T11:03:36.132" v="505" actId="1076"/>
          <ac:picMkLst>
            <pc:docMk/>
            <pc:sldMk cId="294838801" sldId="488"/>
            <ac:picMk id="1026" creationId="{472203F4-3B29-5BC9-16A9-2A35FBB2DE1E}"/>
          </ac:picMkLst>
        </pc:picChg>
        <pc:picChg chg="add mod">
          <ac:chgData name="Mohammed Fasha" userId="cc64f42d-a1a6-4f08-b97b-0c37f877119f" providerId="ADAL" clId="{161A7FAA-B398-4429-9FC2-656B0895AF0F}" dt="2025-07-16T11:04:05.804" v="510" actId="1076"/>
          <ac:picMkLst>
            <pc:docMk/>
            <pc:sldMk cId="294838801" sldId="488"/>
            <ac:picMk id="1028" creationId="{6C0CAFAA-CC2C-9D22-F5AA-318CBE3BF319}"/>
          </ac:picMkLst>
        </pc:picChg>
      </pc:sldChg>
      <pc:sldChg chg="add del">
        <pc:chgData name="Mohammed Fasha" userId="cc64f42d-a1a6-4f08-b97b-0c37f877119f" providerId="ADAL" clId="{161A7FAA-B398-4429-9FC2-656B0895AF0F}" dt="2025-07-16T11:08:20.917" v="516" actId="47"/>
        <pc:sldMkLst>
          <pc:docMk/>
          <pc:sldMk cId="77640111" sldId="489"/>
        </pc:sldMkLst>
      </pc:sldChg>
      <pc:sldChg chg="addSp delSp modSp add mod">
        <pc:chgData name="Mohammed Fasha" userId="cc64f42d-a1a6-4f08-b97b-0c37f877119f" providerId="ADAL" clId="{161A7FAA-B398-4429-9FC2-656B0895AF0F}" dt="2025-07-16T11:00:21.255" v="495"/>
        <pc:sldMkLst>
          <pc:docMk/>
          <pc:sldMk cId="993140073" sldId="490"/>
        </pc:sldMkLst>
        <pc:spChg chg="mod">
          <ac:chgData name="Mohammed Fasha" userId="cc64f42d-a1a6-4f08-b97b-0c37f877119f" providerId="ADAL" clId="{161A7FAA-B398-4429-9FC2-656B0895AF0F}" dt="2025-07-16T10:56:37.881" v="485" actId="27636"/>
          <ac:spMkLst>
            <pc:docMk/>
            <pc:sldMk cId="993140073" sldId="490"/>
            <ac:spMk id="2" creationId="{34277D6C-6661-DE9D-2C7F-7EA55529ABF9}"/>
          </ac:spMkLst>
        </pc:spChg>
        <pc:picChg chg="del">
          <ac:chgData name="Mohammed Fasha" userId="cc64f42d-a1a6-4f08-b97b-0c37f877119f" providerId="ADAL" clId="{161A7FAA-B398-4429-9FC2-656B0895AF0F}" dt="2025-07-16T10:58:02.738" v="491" actId="478"/>
          <ac:picMkLst>
            <pc:docMk/>
            <pc:sldMk cId="993140073" sldId="490"/>
            <ac:picMk id="5" creationId="{CC61F4AB-0786-56F2-BC09-628C5761A555}"/>
          </ac:picMkLst>
        </pc:picChg>
        <pc:picChg chg="add mod">
          <ac:chgData name="Mohammed Fasha" userId="cc64f42d-a1a6-4f08-b97b-0c37f877119f" providerId="ADAL" clId="{161A7FAA-B398-4429-9FC2-656B0895AF0F}" dt="2025-07-16T11:00:21.255" v="495"/>
          <ac:picMkLst>
            <pc:docMk/>
            <pc:sldMk cId="993140073" sldId="490"/>
            <ac:picMk id="8" creationId="{D4AE6193-CCD4-99C8-A300-F96A67CCB423}"/>
          </ac:picMkLst>
        </pc:picChg>
      </pc:sldChg>
      <pc:sldChg chg="modSp new del mod">
        <pc:chgData name="Mohammed Fasha" userId="cc64f42d-a1a6-4f08-b97b-0c37f877119f" providerId="ADAL" clId="{161A7FAA-B398-4429-9FC2-656B0895AF0F}" dt="2025-07-16T11:27:34.605" v="557" actId="47"/>
        <pc:sldMkLst>
          <pc:docMk/>
          <pc:sldMk cId="1813551999" sldId="491"/>
        </pc:sldMkLst>
        <pc:spChg chg="mod">
          <ac:chgData name="Mohammed Fasha" userId="cc64f42d-a1a6-4f08-b97b-0c37f877119f" providerId="ADAL" clId="{161A7FAA-B398-4429-9FC2-656B0895AF0F}" dt="2025-07-16T11:22:46.673" v="520" actId="21"/>
          <ac:spMkLst>
            <pc:docMk/>
            <pc:sldMk cId="1813551999" sldId="491"/>
            <ac:spMk id="2" creationId="{E1C08A7C-32D8-14C0-B425-1CD6ADC41E48}"/>
          </ac:spMkLst>
        </pc:spChg>
        <pc:spChg chg="mod">
          <ac:chgData name="Mohammed Fasha" userId="cc64f42d-a1a6-4f08-b97b-0c37f877119f" providerId="ADAL" clId="{161A7FAA-B398-4429-9FC2-656B0895AF0F}" dt="2025-07-16T11:22:48.677" v="524" actId="27636"/>
          <ac:spMkLst>
            <pc:docMk/>
            <pc:sldMk cId="1813551999" sldId="491"/>
            <ac:spMk id="3" creationId="{467AF6CE-7056-4763-6E75-53BEB0D595B5}"/>
          </ac:spMkLst>
        </pc:spChg>
      </pc:sldChg>
      <pc:sldChg chg="new del">
        <pc:chgData name="Mohammed Fasha" userId="cc64f42d-a1a6-4f08-b97b-0c37f877119f" providerId="ADAL" clId="{161A7FAA-B398-4429-9FC2-656B0895AF0F}" dt="2025-07-16T11:25:57.535" v="545" actId="47"/>
        <pc:sldMkLst>
          <pc:docMk/>
          <pc:sldMk cId="2220780393" sldId="492"/>
        </pc:sldMkLst>
      </pc:sldChg>
      <pc:sldChg chg="add del">
        <pc:chgData name="Mohammed Fasha" userId="cc64f42d-a1a6-4f08-b97b-0c37f877119f" providerId="ADAL" clId="{161A7FAA-B398-4429-9FC2-656B0895AF0F}" dt="2025-07-16T11:25:58.629" v="546" actId="47"/>
        <pc:sldMkLst>
          <pc:docMk/>
          <pc:sldMk cId="3114885597" sldId="493"/>
        </pc:sldMkLst>
      </pc:sldChg>
      <pc:sldChg chg="add del">
        <pc:chgData name="Mohammed Fasha" userId="cc64f42d-a1a6-4f08-b97b-0c37f877119f" providerId="ADAL" clId="{161A7FAA-B398-4429-9FC2-656B0895AF0F}" dt="2025-07-16T11:25:59.623" v="547" actId="47"/>
        <pc:sldMkLst>
          <pc:docMk/>
          <pc:sldMk cId="2691760872" sldId="494"/>
        </pc:sldMkLst>
      </pc:sldChg>
      <pc:sldChg chg="modSp add del mod">
        <pc:chgData name="Mohammed Fasha" userId="cc64f42d-a1a6-4f08-b97b-0c37f877119f" providerId="ADAL" clId="{161A7FAA-B398-4429-9FC2-656B0895AF0F}" dt="2025-07-16T11:25:55.222" v="544" actId="47"/>
        <pc:sldMkLst>
          <pc:docMk/>
          <pc:sldMk cId="4217858640" sldId="495"/>
        </pc:sldMkLst>
        <pc:spChg chg="mod">
          <ac:chgData name="Mohammed Fasha" userId="cc64f42d-a1a6-4f08-b97b-0c37f877119f" providerId="ADAL" clId="{161A7FAA-B398-4429-9FC2-656B0895AF0F}" dt="2025-07-16T11:23:45.451" v="540" actId="5793"/>
          <ac:spMkLst>
            <pc:docMk/>
            <pc:sldMk cId="4217858640" sldId="495"/>
            <ac:spMk id="2" creationId="{DF94E547-89FF-6739-D485-9F20BCFD62D9}"/>
          </ac:spMkLst>
        </pc:spChg>
        <pc:spChg chg="mod">
          <ac:chgData name="Mohammed Fasha" userId="cc64f42d-a1a6-4f08-b97b-0c37f877119f" providerId="ADAL" clId="{161A7FAA-B398-4429-9FC2-656B0895AF0F}" dt="2025-07-16T11:23:09.576" v="534" actId="27636"/>
          <ac:spMkLst>
            <pc:docMk/>
            <pc:sldMk cId="4217858640" sldId="495"/>
            <ac:spMk id="3" creationId="{BD16982C-130F-C391-980C-1795121F4D86}"/>
          </ac:spMkLst>
        </pc:spChg>
      </pc:sldChg>
      <pc:sldChg chg="modSp add mod">
        <pc:chgData name="Mohammed Fasha" userId="cc64f42d-a1a6-4f08-b97b-0c37f877119f" providerId="ADAL" clId="{161A7FAA-B398-4429-9FC2-656B0895AF0F}" dt="2025-07-16T11:27:39.638" v="558" actId="113"/>
        <pc:sldMkLst>
          <pc:docMk/>
          <pc:sldMk cId="148099094" sldId="665"/>
        </pc:sldMkLst>
        <pc:spChg chg="mod">
          <ac:chgData name="Mohammed Fasha" userId="cc64f42d-a1a6-4f08-b97b-0c37f877119f" providerId="ADAL" clId="{161A7FAA-B398-4429-9FC2-656B0895AF0F}" dt="2025-07-16T11:27:39.638" v="558" actId="113"/>
          <ac:spMkLst>
            <pc:docMk/>
            <pc:sldMk cId="148099094" sldId="665"/>
            <ac:spMk id="3" creationId="{DDB8F6FE-FF12-0BA5-D224-71F068E4DF88}"/>
          </ac:spMkLst>
        </pc:spChg>
      </pc:sldChg>
      <pc:sldChg chg="modSp add mod">
        <pc:chgData name="Mohammed Fasha" userId="cc64f42d-a1a6-4f08-b97b-0c37f877119f" providerId="ADAL" clId="{161A7FAA-B398-4429-9FC2-656B0895AF0F}" dt="2025-07-16T11:29:28.717" v="561" actId="113"/>
        <pc:sldMkLst>
          <pc:docMk/>
          <pc:sldMk cId="4247717824" sldId="700"/>
        </pc:sldMkLst>
        <pc:spChg chg="mod">
          <ac:chgData name="Mohammed Fasha" userId="cc64f42d-a1a6-4f08-b97b-0c37f877119f" providerId="ADAL" clId="{161A7FAA-B398-4429-9FC2-656B0895AF0F}" dt="2025-07-16T11:29:28.717" v="561" actId="113"/>
          <ac:spMkLst>
            <pc:docMk/>
            <pc:sldMk cId="4247717824" sldId="700"/>
            <ac:spMk id="3" creationId="{A65C5F38-2118-DD61-42D4-371CCEDADFFD}"/>
          </ac:spMkLst>
        </pc:spChg>
      </pc:sldChg>
      <pc:sldChg chg="modSp add mod">
        <pc:chgData name="Mohammed Fasha" userId="cc64f42d-a1a6-4f08-b97b-0c37f877119f" providerId="ADAL" clId="{161A7FAA-B398-4429-9FC2-656B0895AF0F}" dt="2025-07-16T11:31:07.105" v="575" actId="27636"/>
        <pc:sldMkLst>
          <pc:docMk/>
          <pc:sldMk cId="4114896152" sldId="710"/>
        </pc:sldMkLst>
        <pc:spChg chg="mod">
          <ac:chgData name="Mohammed Fasha" userId="cc64f42d-a1a6-4f08-b97b-0c37f877119f" providerId="ADAL" clId="{161A7FAA-B398-4429-9FC2-656B0895AF0F}" dt="2025-07-16T11:31:07.105" v="575" actId="27636"/>
          <ac:spMkLst>
            <pc:docMk/>
            <pc:sldMk cId="4114896152" sldId="710"/>
            <ac:spMk id="3" creationId="{D33E66F3-8397-4994-28A4-1DCE141C618C}"/>
          </ac:spMkLst>
        </pc:spChg>
      </pc:sldChg>
      <pc:sldChg chg="modSp add mod">
        <pc:chgData name="Mohammed Fasha" userId="cc64f42d-a1a6-4f08-b97b-0c37f877119f" providerId="ADAL" clId="{161A7FAA-B398-4429-9FC2-656B0895AF0F}" dt="2025-07-16T11:28:44.521" v="560" actId="113"/>
        <pc:sldMkLst>
          <pc:docMk/>
          <pc:sldMk cId="3794385322" sldId="711"/>
        </pc:sldMkLst>
        <pc:spChg chg="mod">
          <ac:chgData name="Mohammed Fasha" userId="cc64f42d-a1a6-4f08-b97b-0c37f877119f" providerId="ADAL" clId="{161A7FAA-B398-4429-9FC2-656B0895AF0F}" dt="2025-07-16T11:28:44.521" v="560" actId="113"/>
          <ac:spMkLst>
            <pc:docMk/>
            <pc:sldMk cId="3794385322" sldId="711"/>
            <ac:spMk id="3" creationId="{978883A7-D876-AEF2-76C8-90BFC8E97077}"/>
          </ac:spMkLst>
        </pc:spChg>
      </pc:sldChg>
      <pc:sldChg chg="modSp add mod">
        <pc:chgData name="Mohammed Fasha" userId="cc64f42d-a1a6-4f08-b97b-0c37f877119f" providerId="ADAL" clId="{161A7FAA-B398-4429-9FC2-656B0895AF0F}" dt="2025-07-16T11:30:44.377" v="573" actId="20577"/>
        <pc:sldMkLst>
          <pc:docMk/>
          <pc:sldMk cId="3701206727" sldId="712"/>
        </pc:sldMkLst>
        <pc:spChg chg="mod">
          <ac:chgData name="Mohammed Fasha" userId="cc64f42d-a1a6-4f08-b97b-0c37f877119f" providerId="ADAL" clId="{161A7FAA-B398-4429-9FC2-656B0895AF0F}" dt="2025-07-16T11:30:44.377" v="573" actId="20577"/>
          <ac:spMkLst>
            <pc:docMk/>
            <pc:sldMk cId="3701206727" sldId="712"/>
            <ac:spMk id="3" creationId="{B5EBE5AB-A5B7-7A93-34E6-EA5080D2C2C8}"/>
          </ac:spMkLst>
        </pc:spChg>
      </pc:sldChg>
      <pc:sldChg chg="modSp add mod">
        <pc:chgData name="Mohammed Fasha" userId="cc64f42d-a1a6-4f08-b97b-0c37f877119f" providerId="ADAL" clId="{161A7FAA-B398-4429-9FC2-656B0895AF0F}" dt="2025-07-16T11:25:41.246" v="543" actId="27636"/>
        <pc:sldMkLst>
          <pc:docMk/>
          <pc:sldMk cId="1499972066" sldId="713"/>
        </pc:sldMkLst>
        <pc:spChg chg="mod">
          <ac:chgData name="Mohammed Fasha" userId="cc64f42d-a1a6-4f08-b97b-0c37f877119f" providerId="ADAL" clId="{161A7FAA-B398-4429-9FC2-656B0895AF0F}" dt="2025-07-16T11:25:41.246" v="543" actId="27636"/>
          <ac:spMkLst>
            <pc:docMk/>
            <pc:sldMk cId="1499972066" sldId="713"/>
            <ac:spMk id="3" creationId="{6719E367-A4FE-AE2B-34B1-1DA0024C6A20}"/>
          </ac:spMkLst>
        </pc:spChg>
      </pc:sldChg>
      <pc:sldChg chg="addSp delSp modSp add mod">
        <pc:chgData name="Mohammed Fasha" userId="cc64f42d-a1a6-4f08-b97b-0c37f877119f" providerId="ADAL" clId="{161A7FAA-B398-4429-9FC2-656B0895AF0F}" dt="2025-07-16T11:34:06.138" v="665" actId="1076"/>
        <pc:sldMkLst>
          <pc:docMk/>
          <pc:sldMk cId="1270641495" sldId="714"/>
        </pc:sldMkLst>
        <pc:spChg chg="mod">
          <ac:chgData name="Mohammed Fasha" userId="cc64f42d-a1a6-4f08-b97b-0c37f877119f" providerId="ADAL" clId="{161A7FAA-B398-4429-9FC2-656B0895AF0F}" dt="2025-07-16T11:33:55.055" v="648" actId="255"/>
          <ac:spMkLst>
            <pc:docMk/>
            <pc:sldMk cId="1270641495" sldId="714"/>
            <ac:spMk id="3" creationId="{83ED29CA-FE26-6777-1F1A-6F46BCEEB9BB}"/>
          </ac:spMkLst>
        </pc:spChg>
        <pc:spChg chg="add del mod">
          <ac:chgData name="Mohammed Fasha" userId="cc64f42d-a1a6-4f08-b97b-0c37f877119f" providerId="ADAL" clId="{161A7FAA-B398-4429-9FC2-656B0895AF0F}" dt="2025-07-16T11:33:24.555" v="633" actId="478"/>
          <ac:spMkLst>
            <pc:docMk/>
            <pc:sldMk cId="1270641495" sldId="714"/>
            <ac:spMk id="5" creationId="{A0D7B6C8-8B59-ACED-1508-3D5D184F5EFE}"/>
          </ac:spMkLst>
        </pc:spChg>
        <pc:spChg chg="mod">
          <ac:chgData name="Mohammed Fasha" userId="cc64f42d-a1a6-4f08-b97b-0c37f877119f" providerId="ADAL" clId="{161A7FAA-B398-4429-9FC2-656B0895AF0F}" dt="2025-07-16T11:34:06.138" v="665" actId="1076"/>
          <ac:spMkLst>
            <pc:docMk/>
            <pc:sldMk cId="1270641495" sldId="714"/>
            <ac:spMk id="7" creationId="{0550F4B6-EF46-BA8E-B021-A9DD446047EA}"/>
          </ac:spMkLst>
        </pc:spChg>
        <pc:picChg chg="mod">
          <ac:chgData name="Mohammed Fasha" userId="cc64f42d-a1a6-4f08-b97b-0c37f877119f" providerId="ADAL" clId="{161A7FAA-B398-4429-9FC2-656B0895AF0F}" dt="2025-07-16T11:34:01.300" v="664" actId="1035"/>
          <ac:picMkLst>
            <pc:docMk/>
            <pc:sldMk cId="1270641495" sldId="714"/>
            <ac:picMk id="7170" creationId="{AF89B1EB-4AD3-6E64-5A9B-9A00BD5EF2DB}"/>
          </ac:picMkLst>
        </pc:picChg>
        <pc:picChg chg="mod">
          <ac:chgData name="Mohammed Fasha" userId="cc64f42d-a1a6-4f08-b97b-0c37f877119f" providerId="ADAL" clId="{161A7FAA-B398-4429-9FC2-656B0895AF0F}" dt="2025-07-16T11:34:01.300" v="664" actId="1035"/>
          <ac:picMkLst>
            <pc:docMk/>
            <pc:sldMk cId="1270641495" sldId="714"/>
            <ac:picMk id="7172" creationId="{B620BAD4-C68B-A239-E964-52B8908CD0E4}"/>
          </ac:picMkLst>
        </pc:picChg>
      </pc:sldChg>
    </pc:docChg>
  </pc:docChgLst>
  <pc:docChgLst>
    <pc:chgData name="Mohammed Fasha" userId="cc64f42d-a1a6-4f08-b97b-0c37f877119f" providerId="ADAL" clId="{30B40AC3-5669-44FB-A9B9-80E8E88C9E32}"/>
    <pc:docChg chg="undo custSel addSld delSld modSld">
      <pc:chgData name="Mohammed Fasha" userId="cc64f42d-a1a6-4f08-b97b-0c37f877119f" providerId="ADAL" clId="{30B40AC3-5669-44FB-A9B9-80E8E88C9E32}" dt="2024-10-21T08:00:22.594" v="429" actId="207"/>
      <pc:docMkLst>
        <pc:docMk/>
      </pc:docMkLst>
      <pc:sldChg chg="modSp">
        <pc:chgData name="Mohammed Fasha" userId="cc64f42d-a1a6-4f08-b97b-0c37f877119f" providerId="ADAL" clId="{30B40AC3-5669-44FB-A9B9-80E8E88C9E32}" dt="2024-10-21T07:01:55.743" v="0" actId="207"/>
        <pc:sldMkLst>
          <pc:docMk/>
          <pc:sldMk cId="4051642265" sldId="268"/>
        </pc:sldMkLst>
      </pc:sldChg>
      <pc:sldChg chg="modSp">
        <pc:chgData name="Mohammed Fasha" userId="cc64f42d-a1a6-4f08-b97b-0c37f877119f" providerId="ADAL" clId="{30B40AC3-5669-44FB-A9B9-80E8E88C9E32}" dt="2024-10-21T07:23:44.619" v="11"/>
        <pc:sldMkLst>
          <pc:docMk/>
          <pc:sldMk cId="1260131707" sldId="277"/>
        </pc:sldMkLst>
      </pc:sldChg>
      <pc:sldChg chg="addSp delSp modSp add del">
        <pc:chgData name="Mohammed Fasha" userId="cc64f42d-a1a6-4f08-b97b-0c37f877119f" providerId="ADAL" clId="{30B40AC3-5669-44FB-A9B9-80E8E88C9E32}" dt="2024-10-21T07:42:04.586" v="230" actId="2696"/>
        <pc:sldMkLst>
          <pc:docMk/>
          <pc:sldMk cId="3743348053" sldId="456"/>
        </pc:sldMkLst>
      </pc:sldChg>
      <pc:sldChg chg="addSp delSp modSp add del">
        <pc:chgData name="Mohammed Fasha" userId="cc64f42d-a1a6-4f08-b97b-0c37f877119f" providerId="ADAL" clId="{30B40AC3-5669-44FB-A9B9-80E8E88C9E32}" dt="2024-10-21T07:43:37.674" v="248" actId="2696"/>
        <pc:sldMkLst>
          <pc:docMk/>
          <pc:sldMk cId="1914310957" sldId="457"/>
        </pc:sldMkLst>
      </pc:sldChg>
      <pc:sldChg chg="addSp delSp modSp add del">
        <pc:chgData name="Mohammed Fasha" userId="cc64f42d-a1a6-4f08-b97b-0c37f877119f" providerId="ADAL" clId="{30B40AC3-5669-44FB-A9B9-80E8E88C9E32}" dt="2024-10-21T07:43:44.968" v="251" actId="2696"/>
        <pc:sldMkLst>
          <pc:docMk/>
          <pc:sldMk cId="1563484610" sldId="458"/>
        </pc:sldMkLst>
      </pc:sldChg>
      <pc:sldChg chg="addSp delSp modSp add del">
        <pc:chgData name="Mohammed Fasha" userId="cc64f42d-a1a6-4f08-b97b-0c37f877119f" providerId="ADAL" clId="{30B40AC3-5669-44FB-A9B9-80E8E88C9E32}" dt="2024-10-21T07:43:48.926" v="253" actId="2696"/>
        <pc:sldMkLst>
          <pc:docMk/>
          <pc:sldMk cId="3782395966" sldId="459"/>
        </pc:sldMkLst>
      </pc:sldChg>
      <pc:sldChg chg="addSp delSp modSp add">
        <pc:chgData name="Mohammed Fasha" userId="cc64f42d-a1a6-4f08-b97b-0c37f877119f" providerId="ADAL" clId="{30B40AC3-5669-44FB-A9B9-80E8E88C9E32}" dt="2024-10-21T07:58:46.456" v="410" actId="207"/>
        <pc:sldMkLst>
          <pc:docMk/>
          <pc:sldMk cId="713799975" sldId="460"/>
        </pc:sldMkLst>
      </pc:sldChg>
      <pc:sldChg chg="addSp delSp modSp add">
        <pc:chgData name="Mohammed Fasha" userId="cc64f42d-a1a6-4f08-b97b-0c37f877119f" providerId="ADAL" clId="{30B40AC3-5669-44FB-A9B9-80E8E88C9E32}" dt="2024-10-21T08:00:22.594" v="429" actId="207"/>
        <pc:sldMkLst>
          <pc:docMk/>
          <pc:sldMk cId="1559487564" sldId="461"/>
        </pc:sldMkLst>
      </pc:sldChg>
      <pc:sldChg chg="addSp delSp modSp add">
        <pc:chgData name="Mohammed Fasha" userId="cc64f42d-a1a6-4f08-b97b-0c37f877119f" providerId="ADAL" clId="{30B40AC3-5669-44FB-A9B9-80E8E88C9E32}" dt="2024-10-21T07:54:42.825" v="379" actId="207"/>
        <pc:sldMkLst>
          <pc:docMk/>
          <pc:sldMk cId="3087456825" sldId="462"/>
        </pc:sldMkLst>
      </pc:sldChg>
      <pc:sldChg chg="addSp delSp modSp add">
        <pc:chgData name="Mohammed Fasha" userId="cc64f42d-a1a6-4f08-b97b-0c37f877119f" providerId="ADAL" clId="{30B40AC3-5669-44FB-A9B9-80E8E88C9E32}" dt="2024-10-21T07:56:10.314" v="392" actId="14100"/>
        <pc:sldMkLst>
          <pc:docMk/>
          <pc:sldMk cId="1869085755" sldId="463"/>
        </pc:sldMkLst>
      </pc:sldChg>
      <pc:sldChg chg="addSp modSp add">
        <pc:chgData name="Mohammed Fasha" userId="cc64f42d-a1a6-4f08-b97b-0c37f877119f" providerId="ADAL" clId="{30B40AC3-5669-44FB-A9B9-80E8E88C9E32}" dt="2024-10-21T07:56:43.392" v="396" actId="5793"/>
        <pc:sldMkLst>
          <pc:docMk/>
          <pc:sldMk cId="4139560" sldId="464"/>
        </pc:sldMkLst>
      </pc:sldChg>
      <pc:sldChg chg="addSp modSp add">
        <pc:chgData name="Mohammed Fasha" userId="cc64f42d-a1a6-4f08-b97b-0c37f877119f" providerId="ADAL" clId="{30B40AC3-5669-44FB-A9B9-80E8E88C9E32}" dt="2024-10-21T07:57:39.264" v="404" actId="207"/>
        <pc:sldMkLst>
          <pc:docMk/>
          <pc:sldMk cId="277181267" sldId="465"/>
        </pc:sldMkLst>
      </pc:sldChg>
    </pc:docChg>
  </pc:docChgLst>
  <pc:docChgLst>
    <pc:chgData name="Mohammed Fasha" userId="cc64f42d-a1a6-4f08-b97b-0c37f877119f" providerId="ADAL" clId="{D1859E10-E91F-4CD4-B9AD-657F2116AC8C}"/>
    <pc:docChg chg="custSel modMainMaster">
      <pc:chgData name="Mohammed Fasha" userId="cc64f42d-a1a6-4f08-b97b-0c37f877119f" providerId="ADAL" clId="{D1859E10-E91F-4CD4-B9AD-657F2116AC8C}" dt="2024-11-09T05:23:14.444" v="3" actId="1076"/>
      <pc:docMkLst>
        <pc:docMk/>
      </pc:docMkLst>
      <pc:sldMasterChg chg="addSp delSp modSp mod">
        <pc:chgData name="Mohammed Fasha" userId="cc64f42d-a1a6-4f08-b97b-0c37f877119f" providerId="ADAL" clId="{D1859E10-E91F-4CD4-B9AD-657F2116AC8C}" dt="2024-11-09T05:23:14.444" v="3" actId="1076"/>
        <pc:sldMasterMkLst>
          <pc:docMk/>
          <pc:sldMasterMk cId="2573801746" sldId="2147483648"/>
        </pc:sldMasterMkLst>
      </pc:sldMasterChg>
    </pc:docChg>
  </pc:docChgLst>
  <pc:docChgLst>
    <pc:chgData name="Mohammed Fasha" userId="cc64f42d-a1a6-4f08-b97b-0c37f877119f" providerId="ADAL" clId="{30DD28B9-8B97-487C-83EE-EC2EB54F3F9E}"/>
    <pc:docChg chg="undo custSel modSld">
      <pc:chgData name="Mohammed Fasha" userId="cc64f42d-a1a6-4f08-b97b-0c37f877119f" providerId="ADAL" clId="{30DD28B9-8B97-487C-83EE-EC2EB54F3F9E}" dt="2024-10-17T03:04:01.750" v="11" actId="1076"/>
      <pc:docMkLst>
        <pc:docMk/>
      </pc:docMkLst>
      <pc:sldChg chg="modSp mod">
        <pc:chgData name="Mohammed Fasha" userId="cc64f42d-a1a6-4f08-b97b-0c37f877119f" providerId="ADAL" clId="{30DD28B9-8B97-487C-83EE-EC2EB54F3F9E}" dt="2024-10-16T20:03:44.325" v="2" actId="20577"/>
        <pc:sldMkLst>
          <pc:docMk/>
          <pc:sldMk cId="1162554463" sldId="257"/>
        </pc:sldMkLst>
      </pc:sldChg>
      <pc:sldChg chg="modSp mod">
        <pc:chgData name="Mohammed Fasha" userId="cc64f42d-a1a6-4f08-b97b-0c37f877119f" providerId="ADAL" clId="{30DD28B9-8B97-487C-83EE-EC2EB54F3F9E}" dt="2024-10-16T20:03:53.393" v="4" actId="113"/>
        <pc:sldMkLst>
          <pc:docMk/>
          <pc:sldMk cId="706735111" sldId="258"/>
        </pc:sldMkLst>
      </pc:sldChg>
      <pc:sldChg chg="addSp delSp modSp mod">
        <pc:chgData name="Mohammed Fasha" userId="cc64f42d-a1a6-4f08-b97b-0c37f877119f" providerId="ADAL" clId="{30DD28B9-8B97-487C-83EE-EC2EB54F3F9E}" dt="2024-10-16T20:04:08.776" v="6"/>
        <pc:sldMkLst>
          <pc:docMk/>
          <pc:sldMk cId="2433706687" sldId="267"/>
        </pc:sldMkLst>
      </pc:sldChg>
      <pc:sldChg chg="addSp delSp modSp mod">
        <pc:chgData name="Mohammed Fasha" userId="cc64f42d-a1a6-4f08-b97b-0c37f877119f" providerId="ADAL" clId="{30DD28B9-8B97-487C-83EE-EC2EB54F3F9E}" dt="2024-10-16T20:04:23.488" v="10" actId="27636"/>
        <pc:sldMkLst>
          <pc:docMk/>
          <pc:sldMk cId="3925652072" sldId="271"/>
        </pc:sldMkLst>
      </pc:sldChg>
      <pc:sldChg chg="modSp mod">
        <pc:chgData name="Mohammed Fasha" userId="cc64f42d-a1a6-4f08-b97b-0c37f877119f" providerId="ADAL" clId="{30DD28B9-8B97-487C-83EE-EC2EB54F3F9E}" dt="2024-10-17T03:04:01.750" v="11" actId="1076"/>
        <pc:sldMkLst>
          <pc:docMk/>
          <pc:sldMk cId="1489447582" sldId="455"/>
        </pc:sldMkLst>
      </pc:sldChg>
    </pc:docChg>
  </pc:docChgLst>
  <pc:docChgLst>
    <pc:chgData name="Mohammed Fasha" userId="cc64f42d-a1a6-4f08-b97b-0c37f877119f" providerId="ADAL" clId="{985CD171-9E4A-4264-B045-872AAA800AE3}"/>
    <pc:docChg chg="undo custSel addSld delSld modSld sldOrd">
      <pc:chgData name="Mohammed Fasha" userId="cc64f42d-a1a6-4f08-b97b-0c37f877119f" providerId="ADAL" clId="{985CD171-9E4A-4264-B045-872AAA800AE3}" dt="2024-10-16T08:02:59.311" v="633" actId="404"/>
      <pc:docMkLst>
        <pc:docMk/>
      </pc:docMkLst>
      <pc:sldChg chg="modSp">
        <pc:chgData name="Mohammed Fasha" userId="cc64f42d-a1a6-4f08-b97b-0c37f877119f" providerId="ADAL" clId="{985CD171-9E4A-4264-B045-872AAA800AE3}" dt="2024-10-16T07:15:21.970" v="481" actId="27636"/>
        <pc:sldMkLst>
          <pc:docMk/>
          <pc:sldMk cId="1162554463" sldId="257"/>
        </pc:sldMkLst>
      </pc:sldChg>
      <pc:sldChg chg="addSp modSp">
        <pc:chgData name="Mohammed Fasha" userId="cc64f42d-a1a6-4f08-b97b-0c37f877119f" providerId="ADAL" clId="{985CD171-9E4A-4264-B045-872AAA800AE3}" dt="2024-10-16T07:06:03.884" v="437" actId="1076"/>
        <pc:sldMkLst>
          <pc:docMk/>
          <pc:sldMk cId="706735111" sldId="258"/>
        </pc:sldMkLst>
      </pc:sldChg>
      <pc:sldChg chg="addSp delSp modSp ord">
        <pc:chgData name="Mohammed Fasha" userId="cc64f42d-a1a6-4f08-b97b-0c37f877119f" providerId="ADAL" clId="{985CD171-9E4A-4264-B045-872AAA800AE3}" dt="2024-10-16T07:00:38.831" v="349" actId="207"/>
        <pc:sldMkLst>
          <pc:docMk/>
          <pc:sldMk cId="4289469650" sldId="261"/>
        </pc:sldMkLst>
      </pc:sldChg>
      <pc:sldChg chg="addSp delSp modSp ord">
        <pc:chgData name="Mohammed Fasha" userId="cc64f42d-a1a6-4f08-b97b-0c37f877119f" providerId="ADAL" clId="{985CD171-9E4A-4264-B045-872AAA800AE3}" dt="2024-10-16T06:46:39.846" v="191" actId="14100"/>
        <pc:sldMkLst>
          <pc:docMk/>
          <pc:sldMk cId="4130133658" sldId="262"/>
        </pc:sldMkLst>
      </pc:sldChg>
      <pc:sldChg chg="addSp modSp ord">
        <pc:chgData name="Mohammed Fasha" userId="cc64f42d-a1a6-4f08-b97b-0c37f877119f" providerId="ADAL" clId="{985CD171-9E4A-4264-B045-872AAA800AE3}" dt="2024-10-16T07:55:18.576" v="615" actId="207"/>
        <pc:sldMkLst>
          <pc:docMk/>
          <pc:sldMk cId="4074862586" sldId="263"/>
        </pc:sldMkLst>
      </pc:sldChg>
      <pc:sldChg chg="addSp delSp modSp add">
        <pc:chgData name="Mohammed Fasha" userId="cc64f42d-a1a6-4f08-b97b-0c37f877119f" providerId="ADAL" clId="{985CD171-9E4A-4264-B045-872AAA800AE3}" dt="2024-10-16T07:54:33.790" v="610"/>
        <pc:sldMkLst>
          <pc:docMk/>
          <pc:sldMk cId="2611575643" sldId="264"/>
        </pc:sldMkLst>
      </pc:sldChg>
      <pc:sldChg chg="addSp modSp add ord">
        <pc:chgData name="Mohammed Fasha" userId="cc64f42d-a1a6-4f08-b97b-0c37f877119f" providerId="ADAL" clId="{985CD171-9E4A-4264-B045-872AAA800AE3}" dt="2024-10-16T07:08:38.092" v="475" actId="27636"/>
        <pc:sldMkLst>
          <pc:docMk/>
          <pc:sldMk cId="335199774" sldId="265"/>
        </pc:sldMkLst>
      </pc:sldChg>
      <pc:sldChg chg="addSp delSp modSp add">
        <pc:chgData name="Mohammed Fasha" userId="cc64f42d-a1a6-4f08-b97b-0c37f877119f" providerId="ADAL" clId="{985CD171-9E4A-4264-B045-872AAA800AE3}" dt="2024-10-16T07:02:57.901" v="385" actId="27636"/>
        <pc:sldMkLst>
          <pc:docMk/>
          <pc:sldMk cId="2810357117" sldId="266"/>
        </pc:sldMkLst>
      </pc:sldChg>
      <pc:sldChg chg="addSp modSp add">
        <pc:chgData name="Mohammed Fasha" userId="cc64f42d-a1a6-4f08-b97b-0c37f877119f" providerId="ADAL" clId="{985CD171-9E4A-4264-B045-872AAA800AE3}" dt="2024-10-16T07:03:19.455" v="397" actId="27636"/>
        <pc:sldMkLst>
          <pc:docMk/>
          <pc:sldMk cId="2433706687" sldId="267"/>
        </pc:sldMkLst>
      </pc:sldChg>
      <pc:sldChg chg="addSp modSp add">
        <pc:chgData name="Mohammed Fasha" userId="cc64f42d-a1a6-4f08-b97b-0c37f877119f" providerId="ADAL" clId="{985CD171-9E4A-4264-B045-872AAA800AE3}" dt="2024-10-16T08:00:33.047" v="616" actId="14100"/>
        <pc:sldMkLst>
          <pc:docMk/>
          <pc:sldMk cId="4051642265" sldId="268"/>
        </pc:sldMkLst>
      </pc:sldChg>
      <pc:sldChg chg="addSp modSp add">
        <pc:chgData name="Mohammed Fasha" userId="cc64f42d-a1a6-4f08-b97b-0c37f877119f" providerId="ADAL" clId="{985CD171-9E4A-4264-B045-872AAA800AE3}" dt="2024-10-16T07:04:05.205" v="412" actId="14100"/>
        <pc:sldMkLst>
          <pc:docMk/>
          <pc:sldMk cId="87410777" sldId="269"/>
        </pc:sldMkLst>
      </pc:sldChg>
      <pc:sldChg chg="addSp modSp add">
        <pc:chgData name="Mohammed Fasha" userId="cc64f42d-a1a6-4f08-b97b-0c37f877119f" providerId="ADAL" clId="{985CD171-9E4A-4264-B045-872AAA800AE3}" dt="2024-10-16T07:04:34.185" v="419" actId="14100"/>
        <pc:sldMkLst>
          <pc:docMk/>
          <pc:sldMk cId="595502031" sldId="270"/>
        </pc:sldMkLst>
      </pc:sldChg>
      <pc:sldChg chg="addSp modSp add ord">
        <pc:chgData name="Mohammed Fasha" userId="cc64f42d-a1a6-4f08-b97b-0c37f877119f" providerId="ADAL" clId="{985CD171-9E4A-4264-B045-872AAA800AE3}" dt="2024-10-16T07:03:52.480" v="404" actId="27636"/>
        <pc:sldMkLst>
          <pc:docMk/>
          <pc:sldMk cId="3925652072" sldId="271"/>
        </pc:sldMkLst>
      </pc:sldChg>
      <pc:sldChg chg="addSp modSp add">
        <pc:chgData name="Mohammed Fasha" userId="cc64f42d-a1a6-4f08-b97b-0c37f877119f" providerId="ADAL" clId="{985CD171-9E4A-4264-B045-872AAA800AE3}" dt="2024-10-16T07:04:42.805" v="424" actId="1076"/>
        <pc:sldMkLst>
          <pc:docMk/>
          <pc:sldMk cId="463115072" sldId="272"/>
        </pc:sldMkLst>
      </pc:sldChg>
      <pc:sldChg chg="addSp modSp add">
        <pc:chgData name="Mohammed Fasha" userId="cc64f42d-a1a6-4f08-b97b-0c37f877119f" providerId="ADAL" clId="{985CD171-9E4A-4264-B045-872AAA800AE3}" dt="2024-10-16T07:06:32.789" v="441" actId="14100"/>
        <pc:sldMkLst>
          <pc:docMk/>
          <pc:sldMk cId="3668955903" sldId="273"/>
        </pc:sldMkLst>
      </pc:sldChg>
      <pc:sldChg chg="addSp delSp modSp add">
        <pc:chgData name="Mohammed Fasha" userId="cc64f42d-a1a6-4f08-b97b-0c37f877119f" providerId="ADAL" clId="{985CD171-9E4A-4264-B045-872AAA800AE3}" dt="2024-10-16T07:06:45.628" v="449" actId="27636"/>
        <pc:sldMkLst>
          <pc:docMk/>
          <pc:sldMk cId="3192380798" sldId="274"/>
        </pc:sldMkLst>
      </pc:sldChg>
      <pc:sldChg chg="addSp modSp add">
        <pc:chgData name="Mohammed Fasha" userId="cc64f42d-a1a6-4f08-b97b-0c37f877119f" providerId="ADAL" clId="{985CD171-9E4A-4264-B045-872AAA800AE3}" dt="2024-10-16T07:07:23.747" v="460" actId="20577"/>
        <pc:sldMkLst>
          <pc:docMk/>
          <pc:sldMk cId="3898002179" sldId="275"/>
        </pc:sldMkLst>
      </pc:sldChg>
      <pc:sldChg chg="addSp modSp add">
        <pc:chgData name="Mohammed Fasha" userId="cc64f42d-a1a6-4f08-b97b-0c37f877119f" providerId="ADAL" clId="{985CD171-9E4A-4264-B045-872AAA800AE3}" dt="2024-10-16T07:07:35.379" v="465" actId="27636"/>
        <pc:sldMkLst>
          <pc:docMk/>
          <pc:sldMk cId="1503352162" sldId="276"/>
        </pc:sldMkLst>
      </pc:sldChg>
      <pc:sldChg chg="addSp delSp modSp add">
        <pc:chgData name="Mohammed Fasha" userId="cc64f42d-a1a6-4f08-b97b-0c37f877119f" providerId="ADAL" clId="{985CD171-9E4A-4264-B045-872AAA800AE3}" dt="2024-10-16T07:28:38.184" v="537" actId="948"/>
        <pc:sldMkLst>
          <pc:docMk/>
          <pc:sldMk cId="1260131707" sldId="277"/>
        </pc:sldMkLst>
      </pc:sldChg>
      <pc:sldChg chg="addSp modSp add ord">
        <pc:chgData name="Mohammed Fasha" userId="cc64f42d-a1a6-4f08-b97b-0c37f877119f" providerId="ADAL" clId="{985CD171-9E4A-4264-B045-872AAA800AE3}" dt="2024-10-16T07:16:54.093" v="501" actId="27636"/>
        <pc:sldMkLst>
          <pc:docMk/>
          <pc:sldMk cId="1324937023" sldId="280"/>
        </pc:sldMkLst>
      </pc:sldChg>
      <pc:sldChg chg="addSp delSp modSp add">
        <pc:chgData name="Mohammed Fasha" userId="cc64f42d-a1a6-4f08-b97b-0c37f877119f" providerId="ADAL" clId="{985CD171-9E4A-4264-B045-872AAA800AE3}" dt="2024-10-16T07:44:30.797" v="606" actId="5793"/>
        <pc:sldMkLst>
          <pc:docMk/>
          <pc:sldMk cId="4085727926" sldId="281"/>
        </pc:sldMkLst>
      </pc:sldChg>
      <pc:sldChg chg="addSp modSp add">
        <pc:chgData name="Mohammed Fasha" userId="cc64f42d-a1a6-4f08-b97b-0c37f877119f" providerId="ADAL" clId="{985CD171-9E4A-4264-B045-872AAA800AE3}" dt="2024-10-16T08:01:33.772" v="621" actId="403"/>
        <pc:sldMkLst>
          <pc:docMk/>
          <pc:sldMk cId="156012141" sldId="282"/>
        </pc:sldMkLst>
      </pc:sldChg>
      <pc:sldChg chg="addSp modSp add">
        <pc:chgData name="Mohammed Fasha" userId="cc64f42d-a1a6-4f08-b97b-0c37f877119f" providerId="ADAL" clId="{985CD171-9E4A-4264-B045-872AAA800AE3}" dt="2024-10-16T08:02:59.311" v="633" actId="404"/>
        <pc:sldMkLst>
          <pc:docMk/>
          <pc:sldMk cId="248623450" sldId="284"/>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me\Downloads\appartments_simple.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dirty="0"/>
              <a:t>QQ Plot for</a:t>
            </a:r>
            <a:r>
              <a:rPr lang="en-US" b="1" baseline="0" dirty="0"/>
              <a:t> the Residuals of the Apartments Price Prediction</a:t>
            </a:r>
            <a:endParaRPr lang="en-US" b="1" dirty="0"/>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spPr>
            <a:ln w="2540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xVal>
            <c:numRef>
              <c:f>Sheet2!$E$2:$E$11</c:f>
              <c:numCache>
                <c:formatCode>General</c:formatCode>
                <c:ptCount val="10"/>
                <c:pt idx="0">
                  <c:v>-1.6448536269514726</c:v>
                </c:pt>
                <c:pt idx="1">
                  <c:v>-1.0364333894937898</c:v>
                </c:pt>
                <c:pt idx="2">
                  <c:v>-0.67448975019608193</c:v>
                </c:pt>
                <c:pt idx="3">
                  <c:v>-0.38532046640756784</c:v>
                </c:pt>
                <c:pt idx="4">
                  <c:v>-0.12566134685507402</c:v>
                </c:pt>
                <c:pt idx="5">
                  <c:v>0.12566134685507416</c:v>
                </c:pt>
                <c:pt idx="6">
                  <c:v>0.38532046640756784</c:v>
                </c:pt>
                <c:pt idx="7">
                  <c:v>0.67448975019608193</c:v>
                </c:pt>
                <c:pt idx="8">
                  <c:v>1.0364333894937898</c:v>
                </c:pt>
                <c:pt idx="9">
                  <c:v>1.6448536269514715</c:v>
                </c:pt>
              </c:numCache>
            </c:numRef>
          </c:xVal>
          <c:yVal>
            <c:numRef>
              <c:f>Sheet2!$B$2:$B$11</c:f>
              <c:numCache>
                <c:formatCode>General</c:formatCode>
                <c:ptCount val="10"/>
                <c:pt idx="0">
                  <c:v>-1.4256568313298963</c:v>
                </c:pt>
                <c:pt idx="1">
                  <c:v>-1.3342251580617082</c:v>
                </c:pt>
                <c:pt idx="2">
                  <c:v>-0.58922633883943321</c:v>
                </c:pt>
                <c:pt idx="3">
                  <c:v>-0.28106773634294674</c:v>
                </c:pt>
                <c:pt idx="4">
                  <c:v>-0.15915883865203145</c:v>
                </c:pt>
                <c:pt idx="5">
                  <c:v>-3.7249940961113746E-2</c:v>
                </c:pt>
                <c:pt idx="6">
                  <c:v>0.3352494686500237</c:v>
                </c:pt>
                <c:pt idx="7">
                  <c:v>0.64679442941570231</c:v>
                </c:pt>
                <c:pt idx="8">
                  <c:v>1.1412027367177575</c:v>
                </c:pt>
                <c:pt idx="9">
                  <c:v>1.7033382094036584</c:v>
                </c:pt>
              </c:numCache>
            </c:numRef>
          </c:yVal>
          <c:smooth val="0"/>
          <c:extLst>
            <c:ext xmlns:c16="http://schemas.microsoft.com/office/drawing/2014/chart" uri="{C3380CC4-5D6E-409C-BE32-E72D297353CC}">
              <c16:uniqueId val="{00000001-AFDC-4F67-98BB-756FD4045FAD}"/>
            </c:ext>
          </c:extLst>
        </c:ser>
        <c:dLbls>
          <c:showLegendKey val="0"/>
          <c:showVal val="0"/>
          <c:showCatName val="0"/>
          <c:showSerName val="0"/>
          <c:showPercent val="0"/>
          <c:showBubbleSize val="0"/>
        </c:dLbls>
        <c:axId val="1382621808"/>
        <c:axId val="1382622768"/>
      </c:scatterChart>
      <c:valAx>
        <c:axId val="1382621808"/>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Theoritical Residuals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2622768"/>
        <c:crossesAt val="-2"/>
        <c:crossBetween val="midCat"/>
      </c:valAx>
      <c:valAx>
        <c:axId val="138262276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Actual Residuals</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2621808"/>
        <c:crossesAt val="-2"/>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B6112-AC8D-4ACE-8E48-52E7B81626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C582888-4F79-4F48-BB34-55F137D084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C8FABB-E1DA-40E5-81F8-A6BC660742B4}"/>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5" name="Footer Placeholder 4">
            <a:extLst>
              <a:ext uri="{FF2B5EF4-FFF2-40B4-BE49-F238E27FC236}">
                <a16:creationId xmlns:a16="http://schemas.microsoft.com/office/drawing/2014/main" id="{71DBF0E4-913A-42F4-8D4E-38DAC44508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33C5D3-EEF3-4117-A28C-852771FE0177}"/>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871815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B3C61F-38E8-4752-B24C-864B3F324ADB}"/>
              </a:ext>
            </a:extLst>
          </p:cNvPr>
          <p:cNvSpPr>
            <a:spLocks noGrp="1"/>
          </p:cNvSpPr>
          <p:nvPr>
            <p:ph idx="1"/>
          </p:nvPr>
        </p:nvSpPr>
        <p:spPr>
          <a:xfrm>
            <a:off x="838200" y="1633491"/>
            <a:ext cx="10515600" cy="513129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3C84F030-E44F-DCD3-80BE-2A466F72EF0F}"/>
              </a:ext>
            </a:extLst>
          </p:cNvPr>
          <p:cNvSpPr>
            <a:spLocks noGrp="1"/>
          </p:cNvSpPr>
          <p:nvPr>
            <p:ph type="title"/>
          </p:nvPr>
        </p:nvSpPr>
        <p:spPr>
          <a:xfrm>
            <a:off x="838200" y="797523"/>
            <a:ext cx="10515600" cy="748208"/>
          </a:xfrm>
          <a:solidFill>
            <a:srgbClr val="67337A"/>
          </a:solidFill>
        </p:spPr>
        <p:txBody>
          <a:bodyPr>
            <a:normAutofit/>
          </a:bodyPr>
          <a:lstStyle>
            <a:lvl1pPr>
              <a:defRPr sz="2800" b="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033015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E0963-D917-4DC0-B382-F1828BECE4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E5F4FB-4C95-4117-B577-5C793BF92D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3D745EC-8234-48CD-A1D3-947D99A06873}"/>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5" name="Footer Placeholder 4">
            <a:extLst>
              <a:ext uri="{FF2B5EF4-FFF2-40B4-BE49-F238E27FC236}">
                <a16:creationId xmlns:a16="http://schemas.microsoft.com/office/drawing/2014/main" id="{B550595C-7879-4EA0-B170-AB3E50C03C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F9CE3F-4714-48C6-9839-2CB8252C5B3C}"/>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066964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F9BF5-6C80-4AEF-AE97-7C8AB03439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DD0501-4A6F-49EE-B7F4-19D1C253023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EDA6D0-D48F-4BD9-8412-E6DC4CF2E5E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55298B-43D4-4402-A849-13297FCDE5BB}"/>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6" name="Footer Placeholder 5">
            <a:extLst>
              <a:ext uri="{FF2B5EF4-FFF2-40B4-BE49-F238E27FC236}">
                <a16:creationId xmlns:a16="http://schemas.microsoft.com/office/drawing/2014/main" id="{57D0E6CD-75B4-4A09-8584-E59C81525F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D2BB89-22CD-4F91-AB34-051DCF8EACE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50509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4A0A4-6D9E-43AC-A49E-7E284021C0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EA559B-A83B-4D3A-BA1F-8D7F164AE6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B6B0235-F788-4B01-9B42-AE14A1121F5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DA9818-35E8-411B-B6D9-4ED0BD90C0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3F8F45B-EACB-41DA-B887-2B69FAEB129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ECC1F7-D529-43F0-A2C9-D154F400DF2B}"/>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8" name="Footer Placeholder 7">
            <a:extLst>
              <a:ext uri="{FF2B5EF4-FFF2-40B4-BE49-F238E27FC236}">
                <a16:creationId xmlns:a16="http://schemas.microsoft.com/office/drawing/2014/main" id="{752B60F2-B69B-49D7-A392-58397DD4763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2ED006-6F96-45AC-B178-B30B20B9B03D}"/>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837583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DBDC0-0119-4C7F-95CF-C21656B6D7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BDA1D6-5684-4060-A498-D4324806466A}"/>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4" name="Footer Placeholder 3">
            <a:extLst>
              <a:ext uri="{FF2B5EF4-FFF2-40B4-BE49-F238E27FC236}">
                <a16:creationId xmlns:a16="http://schemas.microsoft.com/office/drawing/2014/main" id="{0A8C7E28-AD5E-44A2-B601-F97555204E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A507C4-0999-4656-9DE1-72E9B29F9733}"/>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694329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A1F0D9-0894-4215-9177-553A6C0FFA47}"/>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3" name="Footer Placeholder 2">
            <a:extLst>
              <a:ext uri="{FF2B5EF4-FFF2-40B4-BE49-F238E27FC236}">
                <a16:creationId xmlns:a16="http://schemas.microsoft.com/office/drawing/2014/main" id="{97134E79-ACFA-4279-814D-79DA0377E6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309F4-DEA2-4DCC-B6C9-2372D692C7BF}"/>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3259733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96105-9FBD-4D60-AA56-507570816A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689D010-363F-4758-8D57-CC229D66ED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552827-8A45-420D-AAA8-80BA5AA46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98E3C0-E767-4C46-9668-356828C37DC8}"/>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6" name="Footer Placeholder 5">
            <a:extLst>
              <a:ext uri="{FF2B5EF4-FFF2-40B4-BE49-F238E27FC236}">
                <a16:creationId xmlns:a16="http://schemas.microsoft.com/office/drawing/2014/main" id="{3CE02315-2564-40D8-9A59-731BFADBE6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B7EBED-9B03-455F-B937-D756ACCCC4C2}"/>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2685282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58DA8-FF75-4CEE-A416-CA28CFB7C3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9F92EE-40B1-41C7-B943-B7DF530987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5EEA1D9-BED1-411F-9752-1FD5B94B11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D5D83C3-F26B-425F-85C4-838B929C551B}"/>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6" name="Footer Placeholder 5">
            <a:extLst>
              <a:ext uri="{FF2B5EF4-FFF2-40B4-BE49-F238E27FC236}">
                <a16:creationId xmlns:a16="http://schemas.microsoft.com/office/drawing/2014/main" id="{FF9E4A8B-21D0-42E1-8302-2B3A6E75C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FB7A4B-92A0-4630-B231-AC9D7A514751}"/>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52443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1D4FD-850A-4A99-B34E-A4A684DF00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FD6DB74-1946-4DE0-A8F1-BC41BD29A54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65AEC1-6746-4C15-9EB1-8807C459A606}"/>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5" name="Footer Placeholder 4">
            <a:extLst>
              <a:ext uri="{FF2B5EF4-FFF2-40B4-BE49-F238E27FC236}">
                <a16:creationId xmlns:a16="http://schemas.microsoft.com/office/drawing/2014/main" id="{1C527A8E-1331-40FB-BB9B-0EE1072BC8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9DDA3D-9B52-4069-8571-FA251F652CC6}"/>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2599119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D08133-5371-422E-ABC7-05DC43B9C1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1C3F19-5EC5-4B83-A2BE-8BD38A1F94D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16ADFA-6B7B-44A9-AD85-FBDCEBDA524A}"/>
              </a:ext>
            </a:extLst>
          </p:cNvPr>
          <p:cNvSpPr>
            <a:spLocks noGrp="1"/>
          </p:cNvSpPr>
          <p:nvPr>
            <p:ph type="dt" sz="half" idx="10"/>
          </p:nvPr>
        </p:nvSpPr>
        <p:spPr/>
        <p:txBody>
          <a:bodyPr/>
          <a:lstStyle/>
          <a:p>
            <a:fld id="{D83FB9BE-DA6C-46CF-8E77-0CE63E601AD4}" type="datetimeFigureOut">
              <a:rPr lang="en-US" smtClean="0"/>
              <a:t>7/16/2025</a:t>
            </a:fld>
            <a:endParaRPr lang="en-US"/>
          </a:p>
        </p:txBody>
      </p:sp>
      <p:sp>
        <p:nvSpPr>
          <p:cNvPr id="5" name="Footer Placeholder 4">
            <a:extLst>
              <a:ext uri="{FF2B5EF4-FFF2-40B4-BE49-F238E27FC236}">
                <a16:creationId xmlns:a16="http://schemas.microsoft.com/office/drawing/2014/main" id="{9EFD7CF3-74D3-4345-BDFB-1F08FDF85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79D5B5-DCDB-44B0-92BF-5B3EC7AE327D}"/>
              </a:ext>
            </a:extLst>
          </p:cNvPr>
          <p:cNvSpPr>
            <a:spLocks noGrp="1"/>
          </p:cNvSpPr>
          <p:nvPr>
            <p:ph type="sldNum" sz="quarter" idx="12"/>
          </p:nvPr>
        </p:nvSpPr>
        <p:spPr/>
        <p:txBody>
          <a:bodyPr/>
          <a:lstStyle/>
          <a:p>
            <a:fld id="{30E29D2F-467D-4CAA-9ADB-059194B9CB47}" type="slidenum">
              <a:rPr lang="en-US" smtClean="0"/>
              <a:t>‹#›</a:t>
            </a:fld>
            <a:endParaRPr lang="en-US"/>
          </a:p>
        </p:txBody>
      </p:sp>
    </p:spTree>
    <p:extLst>
      <p:ext uri="{BB962C8B-B14F-4D97-AF65-F5344CB8AC3E}">
        <p14:creationId xmlns:p14="http://schemas.microsoft.com/office/powerpoint/2010/main" val="13380908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6C23B1-5BD2-492E-BB5D-80286E8D54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201A1D-0EAD-4809-83D7-A9DDBB7FA0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93C167-E29F-4C41-8712-02F1FA09BC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3FB9BE-DA6C-46CF-8E77-0CE63E601AD4}" type="datetimeFigureOut">
              <a:rPr lang="en-US" smtClean="0"/>
              <a:t>7/16/2025</a:t>
            </a:fld>
            <a:endParaRPr lang="en-US"/>
          </a:p>
        </p:txBody>
      </p:sp>
      <p:sp>
        <p:nvSpPr>
          <p:cNvPr id="5" name="Footer Placeholder 4">
            <a:extLst>
              <a:ext uri="{FF2B5EF4-FFF2-40B4-BE49-F238E27FC236}">
                <a16:creationId xmlns:a16="http://schemas.microsoft.com/office/drawing/2014/main" id="{D4306FB7-1D8E-4524-A119-CFCFF27E5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AD57F23-FED6-4439-A2D3-4D37B55907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E29D2F-467D-4CAA-9ADB-059194B9CB47}" type="slidenum">
              <a:rPr lang="en-US" smtClean="0"/>
              <a:t>‹#›</a:t>
            </a:fld>
            <a:endParaRPr lang="en-US"/>
          </a:p>
        </p:txBody>
      </p:sp>
      <p:pic>
        <p:nvPicPr>
          <p:cNvPr id="7" name="Picture 6">
            <a:extLst>
              <a:ext uri="{FF2B5EF4-FFF2-40B4-BE49-F238E27FC236}">
                <a16:creationId xmlns:a16="http://schemas.microsoft.com/office/drawing/2014/main" id="{AF4320F6-19BF-1133-2EDD-A210E0F3792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1699908" y="103770"/>
            <a:ext cx="403127" cy="570425"/>
          </a:xfrm>
          <a:prstGeom prst="rect">
            <a:avLst/>
          </a:prstGeom>
        </p:spPr>
      </p:pic>
      <p:pic>
        <p:nvPicPr>
          <p:cNvPr id="9" name="Picture 8">
            <a:extLst>
              <a:ext uri="{FF2B5EF4-FFF2-40B4-BE49-F238E27FC236}">
                <a16:creationId xmlns:a16="http://schemas.microsoft.com/office/drawing/2014/main" id="{D32F9A66-1583-03D0-01B5-EAB11A75ABB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355278" y="43208"/>
            <a:ext cx="1171576" cy="594038"/>
          </a:xfrm>
          <a:prstGeom prst="rect">
            <a:avLst/>
          </a:prstGeom>
          <a:ln>
            <a:noFill/>
          </a:ln>
          <a:effectLst>
            <a:softEdge rad="112500"/>
          </a:effectLst>
        </p:spPr>
      </p:pic>
      <p:pic>
        <p:nvPicPr>
          <p:cNvPr id="10" name="Picture 9">
            <a:extLst>
              <a:ext uri="{FF2B5EF4-FFF2-40B4-BE49-F238E27FC236}">
                <a16:creationId xmlns:a16="http://schemas.microsoft.com/office/drawing/2014/main" id="{60C727CE-6255-82CB-CFCB-7738B389789F}"/>
              </a:ext>
            </a:extLst>
          </p:cNvPr>
          <p:cNvPicPr>
            <a:picLocks noChangeAspect="1"/>
          </p:cNvPicPr>
          <p:nvPr userDrawn="1"/>
        </p:nvPicPr>
        <p:blipFill>
          <a:blip r:embed="rId15"/>
          <a:stretch>
            <a:fillRect/>
          </a:stretch>
        </p:blipFill>
        <p:spPr>
          <a:xfrm>
            <a:off x="0" y="165156"/>
            <a:ext cx="2123320" cy="447651"/>
          </a:xfrm>
          <a:prstGeom prst="rect">
            <a:avLst/>
          </a:prstGeom>
        </p:spPr>
      </p:pic>
    </p:spTree>
    <p:extLst>
      <p:ext uri="{BB962C8B-B14F-4D97-AF65-F5344CB8AC3E}">
        <p14:creationId xmlns:p14="http://schemas.microsoft.com/office/powerpoint/2010/main" val="2573801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msfasha/307304-Data-Mining/blob/main/20242/Part%201-Regression/1-1-simple%20linear%20regression.ipynb" TargetMode="Externa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hyperlink" Target="https://github.com/msfasha/307304-Data-Mining/blob/main/20243/Part%202-Regression/1-1-simple%20linear%20regression.ipynb"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387D1D-1AA9-EA47-F9E0-B5509D9C1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9459" y="1724368"/>
            <a:ext cx="914400" cy="1204912"/>
          </a:xfrm>
          <a:prstGeom prst="rect">
            <a:avLst/>
          </a:prstGeom>
        </p:spPr>
      </p:pic>
      <p:sp>
        <p:nvSpPr>
          <p:cNvPr id="8" name="Title 7">
            <a:extLst>
              <a:ext uri="{FF2B5EF4-FFF2-40B4-BE49-F238E27FC236}">
                <a16:creationId xmlns:a16="http://schemas.microsoft.com/office/drawing/2014/main" id="{107CF054-390C-DCFC-C9A6-9E95C859A175}"/>
              </a:ext>
            </a:extLst>
          </p:cNvPr>
          <p:cNvSpPr>
            <a:spLocks noGrp="1"/>
          </p:cNvSpPr>
          <p:nvPr>
            <p:ph type="ctrTitle"/>
          </p:nvPr>
        </p:nvSpPr>
        <p:spPr>
          <a:xfrm>
            <a:off x="1990165" y="2992712"/>
            <a:ext cx="9144000" cy="1107141"/>
          </a:xfrm>
        </p:spPr>
        <p:txBody>
          <a:bodyPr>
            <a:noAutofit/>
          </a:bodyPr>
          <a:lstStyle/>
          <a:p>
            <a:r>
              <a:rPr lang="en-US" sz="3600" dirty="0"/>
              <a:t>307304</a:t>
            </a:r>
            <a:br>
              <a:rPr lang="en-US" sz="3600" dirty="0"/>
            </a:br>
            <a:r>
              <a:rPr lang="en-US" sz="3600" dirty="0"/>
              <a:t>Business Intelligence and Data Mining</a:t>
            </a:r>
          </a:p>
        </p:txBody>
      </p:sp>
      <p:sp>
        <p:nvSpPr>
          <p:cNvPr id="9" name="Subtitle 8">
            <a:extLst>
              <a:ext uri="{FF2B5EF4-FFF2-40B4-BE49-F238E27FC236}">
                <a16:creationId xmlns:a16="http://schemas.microsoft.com/office/drawing/2014/main" id="{F599965F-D781-62F6-30A4-33D89AC89080}"/>
              </a:ext>
            </a:extLst>
          </p:cNvPr>
          <p:cNvSpPr>
            <a:spLocks noGrp="1"/>
          </p:cNvSpPr>
          <p:nvPr>
            <p:ph type="subTitle" idx="1"/>
          </p:nvPr>
        </p:nvSpPr>
        <p:spPr>
          <a:xfrm>
            <a:off x="1990165" y="4226718"/>
            <a:ext cx="9144000" cy="1655762"/>
          </a:xfrm>
        </p:spPr>
        <p:txBody>
          <a:bodyPr>
            <a:normAutofit/>
          </a:bodyPr>
          <a:lstStyle/>
          <a:p>
            <a:r>
              <a:rPr lang="en-US" sz="2800" dirty="0"/>
              <a:t>Simple Linear Regression</a:t>
            </a:r>
          </a:p>
        </p:txBody>
      </p:sp>
    </p:spTree>
    <p:extLst>
      <p:ext uri="{BB962C8B-B14F-4D97-AF65-F5344CB8AC3E}">
        <p14:creationId xmlns:p14="http://schemas.microsoft.com/office/powerpoint/2010/main" val="1489447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5313C8-76FF-2F07-3ED5-814AD3EC72DC}"/>
              </a:ext>
            </a:extLst>
          </p:cNvPr>
          <p:cNvSpPr>
            <a:spLocks noGrp="1"/>
          </p:cNvSpPr>
          <p:nvPr>
            <p:ph idx="1"/>
          </p:nvPr>
        </p:nvSpPr>
        <p:spPr/>
        <p:txBody>
          <a:bodyPr/>
          <a:lstStyle/>
          <a:p>
            <a:pPr marL="0" indent="0">
              <a:buNone/>
            </a:pPr>
            <a:r>
              <a:rPr lang="en-US" b="1" dirty="0"/>
              <a:t>What You'll Learn:</a:t>
            </a:r>
          </a:p>
          <a:p>
            <a:r>
              <a:rPr lang="en-US" dirty="0"/>
              <a:t>The concept of supervised learning</a:t>
            </a:r>
          </a:p>
          <a:p>
            <a:r>
              <a:rPr lang="en-US" dirty="0"/>
              <a:t>Understanding regression analysis fundamentals</a:t>
            </a:r>
          </a:p>
          <a:p>
            <a:r>
              <a:rPr lang="en-US" dirty="0"/>
              <a:t>Types of linear regression models</a:t>
            </a:r>
          </a:p>
          <a:p>
            <a:r>
              <a:rPr lang="en-US"/>
              <a:t>Best-fit line </a:t>
            </a:r>
            <a:r>
              <a:rPr lang="en-US" dirty="0"/>
              <a:t>and OLS method</a:t>
            </a:r>
          </a:p>
          <a:p>
            <a:r>
              <a:rPr lang="en-US" dirty="0"/>
              <a:t>Closed-form solution implementation</a:t>
            </a:r>
          </a:p>
          <a:p>
            <a:r>
              <a:rPr lang="en-US" dirty="0"/>
              <a:t>Gradient descent algorithm</a:t>
            </a:r>
          </a:p>
          <a:p>
            <a:r>
              <a:rPr lang="en-US" dirty="0"/>
              <a:t>Linear regression assumptions</a:t>
            </a:r>
          </a:p>
          <a:p>
            <a:r>
              <a:rPr lang="en-US" dirty="0"/>
              <a:t>Evaluation metrics and performance assessment</a:t>
            </a:r>
          </a:p>
          <a:p>
            <a:r>
              <a:rPr lang="en-US" dirty="0"/>
              <a:t>Practical implementation with scikit-learn</a:t>
            </a:r>
          </a:p>
          <a:p>
            <a:endParaRPr lang="en-US" dirty="0"/>
          </a:p>
        </p:txBody>
      </p:sp>
      <p:sp>
        <p:nvSpPr>
          <p:cNvPr id="3" name="Title 2">
            <a:extLst>
              <a:ext uri="{FF2B5EF4-FFF2-40B4-BE49-F238E27FC236}">
                <a16:creationId xmlns:a16="http://schemas.microsoft.com/office/drawing/2014/main" id="{071A7914-96DB-51CC-53B0-AF8ED0AF6AEC}"/>
              </a:ext>
            </a:extLst>
          </p:cNvPr>
          <p:cNvSpPr>
            <a:spLocks noGrp="1"/>
          </p:cNvSpPr>
          <p:nvPr>
            <p:ph type="title"/>
          </p:nvPr>
        </p:nvSpPr>
        <p:spPr/>
        <p:txBody>
          <a:bodyPr>
            <a:normAutofit/>
          </a:bodyPr>
          <a:lstStyle/>
          <a:p>
            <a:r>
              <a:rPr lang="en-US" dirty="0"/>
              <a:t>Topics and Learning Outcomes</a:t>
            </a:r>
          </a:p>
        </p:txBody>
      </p:sp>
    </p:spTree>
    <p:extLst>
      <p:ext uri="{BB962C8B-B14F-4D97-AF65-F5344CB8AC3E}">
        <p14:creationId xmlns:p14="http://schemas.microsoft.com/office/powerpoint/2010/main" val="2145969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647627-019E-4599-BFE9-83A7DEA04B6D}"/>
              </a:ext>
            </a:extLst>
          </p:cNvPr>
          <p:cNvSpPr>
            <a:spLocks noGrp="1"/>
          </p:cNvSpPr>
          <p:nvPr>
            <p:ph idx="1"/>
          </p:nvPr>
        </p:nvSpPr>
        <p:spPr>
          <a:xfrm>
            <a:off x="838200" y="1633491"/>
            <a:ext cx="4909457" cy="3302404"/>
          </a:xfrm>
        </p:spPr>
        <p:txBody>
          <a:bodyPr>
            <a:normAutofit fontScale="70000" lnSpcReduction="20000"/>
          </a:bodyPr>
          <a:lstStyle/>
          <a:p>
            <a:pPr marL="0" indent="0">
              <a:buNone/>
            </a:pPr>
            <a:r>
              <a:rPr lang="en-US" dirty="0"/>
              <a:t>Supervised machine learning is a type of learning where a model learns from labeled data. </a:t>
            </a:r>
          </a:p>
          <a:p>
            <a:pPr marL="0" indent="0">
              <a:buNone/>
            </a:pPr>
            <a:r>
              <a:rPr lang="en-US" dirty="0"/>
              <a:t>The process follows these key steps:</a:t>
            </a:r>
          </a:p>
          <a:p>
            <a:r>
              <a:rPr lang="en-US" b="1" dirty="0"/>
              <a:t>Input Features (X): </a:t>
            </a:r>
            <a:r>
              <a:rPr lang="en-US" dirty="0"/>
              <a:t>The model takes input data (features) which represents the information used to make predictions.</a:t>
            </a:r>
          </a:p>
          <a:p>
            <a:r>
              <a:rPr lang="en-US" b="1" dirty="0"/>
              <a:t>Prediction Function: </a:t>
            </a:r>
            <a:r>
              <a:rPr lang="en-US" dirty="0"/>
              <a:t>The model, with some parameters (θ), processes the input data to generate predictions (Ŷ).</a:t>
            </a:r>
          </a:p>
          <a:p>
            <a:r>
              <a:rPr lang="en-US" b="1" dirty="0"/>
              <a:t>Output (Ŷ): </a:t>
            </a:r>
            <a:r>
              <a:rPr lang="en-US" dirty="0"/>
              <a:t>This is the model’s prediction based on the input features.</a:t>
            </a:r>
          </a:p>
        </p:txBody>
      </p:sp>
      <p:sp>
        <p:nvSpPr>
          <p:cNvPr id="2" name="Title 1">
            <a:extLst>
              <a:ext uri="{FF2B5EF4-FFF2-40B4-BE49-F238E27FC236}">
                <a16:creationId xmlns:a16="http://schemas.microsoft.com/office/drawing/2014/main" id="{8BE518FD-B81F-466C-AD85-5DDC967653B4}"/>
              </a:ext>
            </a:extLst>
          </p:cNvPr>
          <p:cNvSpPr>
            <a:spLocks noGrp="1"/>
          </p:cNvSpPr>
          <p:nvPr>
            <p:ph type="title"/>
          </p:nvPr>
        </p:nvSpPr>
        <p:spPr/>
        <p:txBody>
          <a:bodyPr/>
          <a:lstStyle/>
          <a:p>
            <a:r>
              <a:rPr lang="en-US" dirty="0"/>
              <a:t>Supervised Machine Learning</a:t>
            </a:r>
          </a:p>
        </p:txBody>
      </p:sp>
      <p:pic>
        <p:nvPicPr>
          <p:cNvPr id="5" name="Picture 4">
            <a:extLst>
              <a:ext uri="{FF2B5EF4-FFF2-40B4-BE49-F238E27FC236}">
                <a16:creationId xmlns:a16="http://schemas.microsoft.com/office/drawing/2014/main" id="{47A753CC-D081-A128-3391-BC871C607F6E}"/>
              </a:ext>
            </a:extLst>
          </p:cNvPr>
          <p:cNvPicPr>
            <a:picLocks noChangeAspect="1"/>
          </p:cNvPicPr>
          <p:nvPr/>
        </p:nvPicPr>
        <p:blipFill>
          <a:blip r:embed="rId2"/>
          <a:stretch>
            <a:fillRect/>
          </a:stretch>
        </p:blipFill>
        <p:spPr>
          <a:xfrm>
            <a:off x="5676107" y="1603090"/>
            <a:ext cx="6265761" cy="2870055"/>
          </a:xfrm>
          <a:prstGeom prst="rect">
            <a:avLst/>
          </a:prstGeom>
        </p:spPr>
      </p:pic>
      <p:sp>
        <p:nvSpPr>
          <p:cNvPr id="4" name="Content Placeholder 2">
            <a:extLst>
              <a:ext uri="{FF2B5EF4-FFF2-40B4-BE49-F238E27FC236}">
                <a16:creationId xmlns:a16="http://schemas.microsoft.com/office/drawing/2014/main" id="{929A5FA8-1320-61F3-BC79-488C9BA93D9F}"/>
              </a:ext>
            </a:extLst>
          </p:cNvPr>
          <p:cNvSpPr txBox="1">
            <a:spLocks/>
          </p:cNvSpPr>
          <p:nvPr/>
        </p:nvSpPr>
        <p:spPr>
          <a:xfrm>
            <a:off x="838200" y="4935895"/>
            <a:ext cx="10515600" cy="2034073"/>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Cost Function: </a:t>
            </a:r>
            <a:r>
              <a:rPr lang="en-US" dirty="0"/>
              <a:t>The predicted output (Ŷ) is compared to the actual labels (Y) to calculate an error or "cost."</a:t>
            </a:r>
          </a:p>
          <a:p>
            <a:r>
              <a:rPr lang="en-US" b="1" dirty="0"/>
              <a:t>Optimization: </a:t>
            </a:r>
            <a:r>
              <a:rPr lang="en-US" dirty="0"/>
              <a:t>The model adjusts its parameters (θ) of the cost function to minimize the error, improving its predictions over time.</a:t>
            </a:r>
          </a:p>
          <a:p>
            <a:r>
              <a:rPr lang="en-US" dirty="0"/>
              <a:t>This process repeats iteratively until the model achieves good accuracy. </a:t>
            </a:r>
          </a:p>
          <a:p>
            <a:r>
              <a:rPr lang="en-US" dirty="0"/>
              <a:t>It's commonly used for tasks like classification (e.g., spam detection) and regression (e.g., predicting house prices).</a:t>
            </a:r>
          </a:p>
        </p:txBody>
      </p:sp>
    </p:spTree>
    <p:extLst>
      <p:ext uri="{BB962C8B-B14F-4D97-AF65-F5344CB8AC3E}">
        <p14:creationId xmlns:p14="http://schemas.microsoft.com/office/powerpoint/2010/main" val="1162554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3B8AB6-5D16-5C93-D306-CA79D6F7715A}"/>
              </a:ext>
            </a:extLst>
          </p:cNvPr>
          <p:cNvSpPr>
            <a:spLocks noGrp="1"/>
          </p:cNvSpPr>
          <p:nvPr>
            <p:ph idx="1"/>
          </p:nvPr>
        </p:nvSpPr>
        <p:spPr>
          <a:xfrm>
            <a:off x="838199" y="1633491"/>
            <a:ext cx="6488585" cy="5131294"/>
          </a:xfrm>
        </p:spPr>
        <p:txBody>
          <a:bodyPr>
            <a:normAutofit/>
          </a:bodyPr>
          <a:lstStyle/>
          <a:p>
            <a:pPr marL="0" indent="0">
              <a:buNone/>
            </a:pPr>
            <a:r>
              <a:rPr lang="en-US" sz="2400" b="1" dirty="0"/>
              <a:t>Definition and Purpose</a:t>
            </a:r>
          </a:p>
          <a:p>
            <a:r>
              <a:rPr lang="en-US" sz="2400" b="1" dirty="0"/>
              <a:t>Linear Regression</a:t>
            </a:r>
            <a:r>
              <a:rPr lang="en-US" sz="2400" dirty="0"/>
              <a:t> is a supervised machine learning algorithm that models the linear relationship between:</a:t>
            </a:r>
          </a:p>
          <a:p>
            <a:pPr lvl="1"/>
            <a:r>
              <a:rPr lang="en-US" sz="2000" b="1" dirty="0"/>
              <a:t>Dependent variable</a:t>
            </a:r>
            <a:r>
              <a:rPr lang="en-US" sz="2000" dirty="0"/>
              <a:t> (target): What we want to predict</a:t>
            </a:r>
          </a:p>
          <a:p>
            <a:pPr lvl="1"/>
            <a:r>
              <a:rPr lang="en-US" sz="2000" b="1" dirty="0"/>
              <a:t>Independent variable(s)</a:t>
            </a:r>
            <a:r>
              <a:rPr lang="en-US" sz="2000" dirty="0"/>
              <a:t> (features): What we use to make predictions</a:t>
            </a:r>
          </a:p>
          <a:p>
            <a:r>
              <a:rPr lang="en-US" sz="2400" b="1" dirty="0"/>
              <a:t>Key Concept:</a:t>
            </a:r>
            <a:r>
              <a:rPr lang="en-US" sz="2400" dirty="0"/>
              <a:t> Fits a linear equation to observed data to make predictions on new, unseen data.</a:t>
            </a:r>
          </a:p>
          <a:p>
            <a:r>
              <a:rPr lang="en-US" sz="2400" b="1" dirty="0"/>
              <a:t>Real-World Applications:</a:t>
            </a:r>
          </a:p>
          <a:p>
            <a:pPr lvl="1"/>
            <a:r>
              <a:rPr lang="en-US" sz="2000" dirty="0"/>
              <a:t>Predicting house prices based on size</a:t>
            </a:r>
          </a:p>
          <a:p>
            <a:pPr lvl="1"/>
            <a:r>
              <a:rPr lang="en-US" sz="2000" dirty="0"/>
              <a:t>Estimating sales revenue from advertising spend</a:t>
            </a:r>
          </a:p>
          <a:p>
            <a:pPr lvl="1"/>
            <a:r>
              <a:rPr lang="en-US" sz="2000" dirty="0"/>
              <a:t>Forecasting stock prices using economic indicators</a:t>
            </a:r>
          </a:p>
          <a:p>
            <a:endParaRPr lang="en-US" sz="2400" dirty="0"/>
          </a:p>
        </p:txBody>
      </p:sp>
      <p:sp>
        <p:nvSpPr>
          <p:cNvPr id="3" name="Title 2">
            <a:extLst>
              <a:ext uri="{FF2B5EF4-FFF2-40B4-BE49-F238E27FC236}">
                <a16:creationId xmlns:a16="http://schemas.microsoft.com/office/drawing/2014/main" id="{A955792E-C166-AD40-E023-9C9473F341EE}"/>
              </a:ext>
            </a:extLst>
          </p:cNvPr>
          <p:cNvSpPr>
            <a:spLocks noGrp="1"/>
          </p:cNvSpPr>
          <p:nvPr>
            <p:ph type="title"/>
          </p:nvPr>
        </p:nvSpPr>
        <p:spPr/>
        <p:txBody>
          <a:bodyPr/>
          <a:lstStyle/>
          <a:p>
            <a:r>
              <a:rPr lang="en-US" dirty="0"/>
              <a:t>What is Regression Analysis?</a:t>
            </a:r>
          </a:p>
        </p:txBody>
      </p:sp>
      <p:pic>
        <p:nvPicPr>
          <p:cNvPr id="1030" name="Picture 6" descr="Linear Regression in Machine Learning: Python Examples">
            <a:extLst>
              <a:ext uri="{FF2B5EF4-FFF2-40B4-BE49-F238E27FC236}">
                <a16:creationId xmlns:a16="http://schemas.microsoft.com/office/drawing/2014/main" id="{105D4075-60E9-9283-7A3C-A2F1DF21BE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6149" y="1633491"/>
            <a:ext cx="4501477" cy="2940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0765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741632-F5AA-89F8-92B0-716C60C6B299}"/>
              </a:ext>
            </a:extLst>
          </p:cNvPr>
          <p:cNvSpPr>
            <a:spLocks noGrp="1"/>
          </p:cNvSpPr>
          <p:nvPr>
            <p:ph idx="1"/>
          </p:nvPr>
        </p:nvSpPr>
        <p:spPr>
          <a:xfrm>
            <a:off x="838200" y="1633491"/>
            <a:ext cx="6390503" cy="2759215"/>
          </a:xfrm>
        </p:spPr>
        <p:txBody>
          <a:bodyPr>
            <a:normAutofit/>
          </a:bodyPr>
          <a:lstStyle/>
          <a:p>
            <a:pPr marL="0" indent="0">
              <a:buNone/>
            </a:pPr>
            <a:r>
              <a:rPr lang="en-US" sz="2400" dirty="0"/>
              <a:t>There are two main types of linear regression:</a:t>
            </a:r>
          </a:p>
          <a:p>
            <a:pPr marL="0" indent="0">
              <a:buNone/>
            </a:pPr>
            <a:r>
              <a:rPr lang="en-US" sz="2400" b="1" dirty="0"/>
              <a:t>1- Simple Linear Regression</a:t>
            </a:r>
          </a:p>
          <a:p>
            <a:pPr marL="0" indent="0">
              <a:buNone/>
            </a:pPr>
            <a:r>
              <a:rPr lang="en-US" sz="2400" dirty="0"/>
              <a:t>This is the simplest form of linear regression, and it involves only one independent variable and one dependent variable. </a:t>
            </a:r>
          </a:p>
          <a:p>
            <a:pPr marL="0" indent="0">
              <a:buNone/>
            </a:pPr>
            <a:r>
              <a:rPr lang="en-US" sz="2400" dirty="0"/>
              <a:t>The equation for simple linear regression is:</a:t>
            </a:r>
          </a:p>
        </p:txBody>
      </p:sp>
      <p:sp>
        <p:nvSpPr>
          <p:cNvPr id="3" name="Title 2">
            <a:extLst>
              <a:ext uri="{FF2B5EF4-FFF2-40B4-BE49-F238E27FC236}">
                <a16:creationId xmlns:a16="http://schemas.microsoft.com/office/drawing/2014/main" id="{100EB5BB-BBC7-B31E-D00E-0CEEBA8A5671}"/>
              </a:ext>
            </a:extLst>
          </p:cNvPr>
          <p:cNvSpPr>
            <a:spLocks noGrp="1"/>
          </p:cNvSpPr>
          <p:nvPr>
            <p:ph type="title"/>
          </p:nvPr>
        </p:nvSpPr>
        <p:spPr/>
        <p:txBody>
          <a:bodyPr>
            <a:normAutofit/>
          </a:bodyPr>
          <a:lstStyle/>
          <a:p>
            <a:r>
              <a:rPr lang="en-US" dirty="0"/>
              <a:t>Types of Linear Regression</a:t>
            </a:r>
          </a:p>
        </p:txBody>
      </p:sp>
      <p:pic>
        <p:nvPicPr>
          <p:cNvPr id="7" name="Picture 6">
            <a:extLst>
              <a:ext uri="{FF2B5EF4-FFF2-40B4-BE49-F238E27FC236}">
                <a16:creationId xmlns:a16="http://schemas.microsoft.com/office/drawing/2014/main" id="{82D86F0E-0628-3880-4CDD-0284B92DC94E}"/>
              </a:ext>
            </a:extLst>
          </p:cNvPr>
          <p:cNvPicPr>
            <a:picLocks noChangeAspect="1"/>
          </p:cNvPicPr>
          <p:nvPr/>
        </p:nvPicPr>
        <p:blipFill>
          <a:blip r:embed="rId2"/>
          <a:stretch>
            <a:fillRect/>
          </a:stretch>
        </p:blipFill>
        <p:spPr>
          <a:xfrm>
            <a:off x="912341" y="4077099"/>
            <a:ext cx="4044544" cy="2684106"/>
          </a:xfrm>
          <a:prstGeom prst="rect">
            <a:avLst/>
          </a:prstGeom>
        </p:spPr>
      </p:pic>
      <p:pic>
        <p:nvPicPr>
          <p:cNvPr id="4" name="Picture 6" descr="Linear Regression in Machine Learning: Python Examples">
            <a:extLst>
              <a:ext uri="{FF2B5EF4-FFF2-40B4-BE49-F238E27FC236}">
                <a16:creationId xmlns:a16="http://schemas.microsoft.com/office/drawing/2014/main" id="{DE2B1E32-0CA3-128D-CB32-2F690773BA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6149" y="1633491"/>
            <a:ext cx="4501477" cy="29401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736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544B4-D3B8-1197-92FD-7FA1979115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D55279-926D-56F4-16C1-40E544073600}"/>
              </a:ext>
            </a:extLst>
          </p:cNvPr>
          <p:cNvSpPr>
            <a:spLocks noGrp="1"/>
          </p:cNvSpPr>
          <p:nvPr>
            <p:ph idx="1"/>
          </p:nvPr>
        </p:nvSpPr>
        <p:spPr>
          <a:xfrm>
            <a:off x="838200" y="1633490"/>
            <a:ext cx="5519351" cy="2257334"/>
          </a:xfrm>
        </p:spPr>
        <p:txBody>
          <a:bodyPr>
            <a:normAutofit/>
          </a:bodyPr>
          <a:lstStyle/>
          <a:p>
            <a:pPr marL="0" indent="0">
              <a:buNone/>
            </a:pPr>
            <a:r>
              <a:rPr lang="en-US" sz="2400" b="1" dirty="0"/>
              <a:t>2- Multiple Linear Regression (Simplified)</a:t>
            </a:r>
          </a:p>
          <a:p>
            <a:pPr marL="0" indent="0">
              <a:buNone/>
            </a:pPr>
            <a:r>
              <a:rPr lang="en-US" sz="2400" dirty="0"/>
              <a:t>In multiple linear regression, there is one dependent variable and more than one independent variable. </a:t>
            </a:r>
          </a:p>
          <a:p>
            <a:pPr marL="0" indent="0">
              <a:buNone/>
            </a:pPr>
            <a:r>
              <a:rPr lang="en-US" sz="2400" dirty="0"/>
              <a:t>The equation is:</a:t>
            </a:r>
          </a:p>
          <a:p>
            <a:endParaRPr lang="en-US" sz="2400" dirty="0"/>
          </a:p>
        </p:txBody>
      </p:sp>
      <p:sp>
        <p:nvSpPr>
          <p:cNvPr id="3" name="Title 2">
            <a:extLst>
              <a:ext uri="{FF2B5EF4-FFF2-40B4-BE49-F238E27FC236}">
                <a16:creationId xmlns:a16="http://schemas.microsoft.com/office/drawing/2014/main" id="{1B18397A-8235-FC5E-C59A-91BD2E6824E0}"/>
              </a:ext>
            </a:extLst>
          </p:cNvPr>
          <p:cNvSpPr>
            <a:spLocks noGrp="1"/>
          </p:cNvSpPr>
          <p:nvPr>
            <p:ph type="title"/>
          </p:nvPr>
        </p:nvSpPr>
        <p:spPr/>
        <p:txBody>
          <a:bodyPr>
            <a:normAutofit/>
          </a:bodyPr>
          <a:lstStyle/>
          <a:p>
            <a:r>
              <a:rPr lang="en-US" dirty="0"/>
              <a:t>Types of Linear Regression</a:t>
            </a:r>
          </a:p>
        </p:txBody>
      </p:sp>
      <p:pic>
        <p:nvPicPr>
          <p:cNvPr id="5" name="Picture 4">
            <a:extLst>
              <a:ext uri="{FF2B5EF4-FFF2-40B4-BE49-F238E27FC236}">
                <a16:creationId xmlns:a16="http://schemas.microsoft.com/office/drawing/2014/main" id="{D78EEB53-EDB0-9883-EF22-7ECFE0832215}"/>
              </a:ext>
            </a:extLst>
          </p:cNvPr>
          <p:cNvPicPr>
            <a:picLocks noChangeAspect="1"/>
          </p:cNvPicPr>
          <p:nvPr/>
        </p:nvPicPr>
        <p:blipFill>
          <a:blip r:embed="rId2"/>
          <a:stretch>
            <a:fillRect/>
          </a:stretch>
        </p:blipFill>
        <p:spPr>
          <a:xfrm>
            <a:off x="838200" y="3890824"/>
            <a:ext cx="10269383" cy="2667372"/>
          </a:xfrm>
          <a:prstGeom prst="rect">
            <a:avLst/>
          </a:prstGeom>
        </p:spPr>
      </p:pic>
      <p:pic>
        <p:nvPicPr>
          <p:cNvPr id="3074" name="Picture 2" descr="What Is Linear Regression? - MATLAB &amp; Simulink">
            <a:extLst>
              <a:ext uri="{FF2B5EF4-FFF2-40B4-BE49-F238E27FC236}">
                <a16:creationId xmlns:a16="http://schemas.microsoft.com/office/drawing/2014/main" id="{4DD72E80-9023-5209-B53A-ADEDF9507F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7362" y="1719135"/>
            <a:ext cx="4537504" cy="3403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404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DEB5C-3093-1F7B-7FA6-4B77F1E6768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92612F-1544-2D60-DC38-ECFBC8778E6E}"/>
              </a:ext>
            </a:extLst>
          </p:cNvPr>
          <p:cNvSpPr>
            <a:spLocks noGrp="1"/>
          </p:cNvSpPr>
          <p:nvPr>
            <p:ph idx="1"/>
          </p:nvPr>
        </p:nvSpPr>
        <p:spPr>
          <a:xfrm>
            <a:off x="838199" y="1633491"/>
            <a:ext cx="6588967" cy="3199766"/>
          </a:xfrm>
        </p:spPr>
        <p:txBody>
          <a:bodyPr>
            <a:noAutofit/>
          </a:bodyPr>
          <a:lstStyle/>
          <a:p>
            <a:r>
              <a:rPr lang="en-US" sz="2000" dirty="0"/>
              <a:t>In linear regression, the best-fit line is the line that minimizes the error between the predicted and actual values. </a:t>
            </a:r>
          </a:p>
          <a:p>
            <a:r>
              <a:rPr lang="en-US" sz="2000" dirty="0"/>
              <a:t>It represents the relationship between the dependent and independent variables.</a:t>
            </a:r>
          </a:p>
          <a:p>
            <a:r>
              <a:rPr lang="en-US" sz="2000" dirty="0"/>
              <a:t>The goal is to change the slope and the intercept of the line to make the most accurate predictions.</a:t>
            </a:r>
          </a:p>
          <a:p>
            <a:endParaRPr lang="en-US" sz="2000" dirty="0"/>
          </a:p>
        </p:txBody>
      </p:sp>
      <p:sp>
        <p:nvSpPr>
          <p:cNvPr id="3" name="Title 2">
            <a:extLst>
              <a:ext uri="{FF2B5EF4-FFF2-40B4-BE49-F238E27FC236}">
                <a16:creationId xmlns:a16="http://schemas.microsoft.com/office/drawing/2014/main" id="{725980BE-973B-2E05-6334-7722DF93378D}"/>
              </a:ext>
            </a:extLst>
          </p:cNvPr>
          <p:cNvSpPr>
            <a:spLocks noGrp="1"/>
          </p:cNvSpPr>
          <p:nvPr>
            <p:ph type="title"/>
          </p:nvPr>
        </p:nvSpPr>
        <p:spPr/>
        <p:txBody>
          <a:bodyPr/>
          <a:lstStyle/>
          <a:p>
            <a:r>
              <a:rPr lang="en-US" dirty="0"/>
              <a:t>What is the Best Fit Line?</a:t>
            </a:r>
          </a:p>
        </p:txBody>
      </p:sp>
      <p:pic>
        <p:nvPicPr>
          <p:cNvPr id="8" name="Picture 7">
            <a:extLst>
              <a:ext uri="{FF2B5EF4-FFF2-40B4-BE49-F238E27FC236}">
                <a16:creationId xmlns:a16="http://schemas.microsoft.com/office/drawing/2014/main" id="{576B1216-E911-2753-B592-C77DC7E9A789}"/>
              </a:ext>
            </a:extLst>
          </p:cNvPr>
          <p:cNvPicPr>
            <a:picLocks noChangeAspect="1"/>
          </p:cNvPicPr>
          <p:nvPr/>
        </p:nvPicPr>
        <p:blipFill>
          <a:blip r:embed="rId2"/>
          <a:stretch>
            <a:fillRect/>
          </a:stretch>
        </p:blipFill>
        <p:spPr>
          <a:xfrm>
            <a:off x="7427167" y="1731885"/>
            <a:ext cx="3926633" cy="2842003"/>
          </a:xfrm>
          <a:prstGeom prst="rect">
            <a:avLst/>
          </a:prstGeom>
        </p:spPr>
      </p:pic>
      <p:sp>
        <p:nvSpPr>
          <p:cNvPr id="10" name="Content Placeholder 1">
            <a:extLst>
              <a:ext uri="{FF2B5EF4-FFF2-40B4-BE49-F238E27FC236}">
                <a16:creationId xmlns:a16="http://schemas.microsoft.com/office/drawing/2014/main" id="{997C4077-274B-FAF4-67DA-B0DEA55B5FEA}"/>
              </a:ext>
            </a:extLst>
          </p:cNvPr>
          <p:cNvSpPr txBox="1">
            <a:spLocks/>
          </p:cNvSpPr>
          <p:nvPr/>
        </p:nvSpPr>
        <p:spPr>
          <a:xfrm>
            <a:off x="908178" y="4921017"/>
            <a:ext cx="10923038" cy="223312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Linear regression predicts Y based on X, using a straight line to model the relationship. For example, X could be work experience, and Y could be salary. The goal is to find the best-fit line that minimizes the error between predicted and actual values.</a:t>
            </a:r>
          </a:p>
          <a:p>
            <a:r>
              <a:rPr lang="en-US" sz="2000" dirty="0"/>
              <a:t>To find this line, we use a cost function, which helps determine the best values for the line's coefficients.</a:t>
            </a:r>
          </a:p>
        </p:txBody>
      </p:sp>
    </p:spTree>
    <p:extLst>
      <p:ext uri="{BB962C8B-B14F-4D97-AF65-F5344CB8AC3E}">
        <p14:creationId xmlns:p14="http://schemas.microsoft.com/office/powerpoint/2010/main" val="2881282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6CB444-3023-BA2B-502A-E63C438605D8}"/>
              </a:ext>
            </a:extLst>
          </p:cNvPr>
          <p:cNvSpPr>
            <a:spLocks noGrp="1"/>
          </p:cNvSpPr>
          <p:nvPr>
            <p:ph idx="1"/>
          </p:nvPr>
        </p:nvSpPr>
        <p:spPr/>
        <p:txBody>
          <a:bodyPr>
            <a:normAutofit fontScale="92500" lnSpcReduction="10000"/>
          </a:bodyPr>
          <a:lstStyle/>
          <a:p>
            <a:pPr marL="0" indent="0">
              <a:buNone/>
            </a:pPr>
            <a:r>
              <a:rPr lang="en-US" b="1" dirty="0"/>
              <a:t>Four Key Benefits:</a:t>
            </a:r>
          </a:p>
          <a:p>
            <a:r>
              <a:rPr lang="en-US" b="1" dirty="0"/>
              <a:t>Interpretability</a:t>
            </a:r>
            <a:r>
              <a:rPr lang="en-US" dirty="0"/>
              <a:t> </a:t>
            </a:r>
          </a:p>
          <a:p>
            <a:pPr lvl="1"/>
            <a:r>
              <a:rPr lang="en-US" dirty="0"/>
              <a:t>Clear, understandable coefficients</a:t>
            </a:r>
          </a:p>
          <a:p>
            <a:pPr lvl="1"/>
            <a:r>
              <a:rPr lang="en-US" dirty="0"/>
              <a:t>Easy to explain relationships between variables</a:t>
            </a:r>
          </a:p>
          <a:p>
            <a:r>
              <a:rPr lang="en-US" b="1" dirty="0"/>
              <a:t>Simplicity</a:t>
            </a:r>
            <a:r>
              <a:rPr lang="en-US" dirty="0"/>
              <a:t> </a:t>
            </a:r>
          </a:p>
          <a:p>
            <a:pPr lvl="1"/>
            <a:r>
              <a:rPr lang="en-US" dirty="0"/>
              <a:t>Transparent and easy to implement</a:t>
            </a:r>
          </a:p>
          <a:p>
            <a:pPr lvl="1"/>
            <a:r>
              <a:rPr lang="en-US" dirty="0"/>
              <a:t>Foundation for more complex algorithms</a:t>
            </a:r>
          </a:p>
          <a:p>
            <a:r>
              <a:rPr lang="en-US" b="1" dirty="0"/>
              <a:t>Basis for Advanced Models</a:t>
            </a:r>
            <a:r>
              <a:rPr lang="en-US" dirty="0"/>
              <a:t> </a:t>
            </a:r>
          </a:p>
          <a:p>
            <a:pPr lvl="1"/>
            <a:r>
              <a:rPr lang="en-US" dirty="0"/>
              <a:t>Building block for regularization (Ridge, Lasso)</a:t>
            </a:r>
          </a:p>
          <a:p>
            <a:pPr lvl="1"/>
            <a:r>
              <a:rPr lang="en-US" dirty="0"/>
              <a:t>Foundation for support vector machines</a:t>
            </a:r>
          </a:p>
          <a:p>
            <a:r>
              <a:rPr lang="en-US" b="1" dirty="0"/>
              <a:t>Assumption Testing</a:t>
            </a:r>
            <a:r>
              <a:rPr lang="en-US" dirty="0"/>
              <a:t> </a:t>
            </a:r>
          </a:p>
          <a:p>
            <a:pPr lvl="1"/>
            <a:r>
              <a:rPr lang="en-US" dirty="0"/>
              <a:t>Validates key data assumptions</a:t>
            </a:r>
          </a:p>
          <a:p>
            <a:pPr lvl="1"/>
            <a:r>
              <a:rPr lang="en-US" dirty="0"/>
              <a:t>Critical for statistical analysis</a:t>
            </a:r>
          </a:p>
          <a:p>
            <a:endParaRPr lang="en-US" dirty="0"/>
          </a:p>
        </p:txBody>
      </p:sp>
      <p:sp>
        <p:nvSpPr>
          <p:cNvPr id="3" name="Title 2">
            <a:extLst>
              <a:ext uri="{FF2B5EF4-FFF2-40B4-BE49-F238E27FC236}">
                <a16:creationId xmlns:a16="http://schemas.microsoft.com/office/drawing/2014/main" id="{55B8EC88-FA32-80C6-9212-225795D1FE9E}"/>
              </a:ext>
            </a:extLst>
          </p:cNvPr>
          <p:cNvSpPr>
            <a:spLocks noGrp="1"/>
          </p:cNvSpPr>
          <p:nvPr>
            <p:ph type="title"/>
          </p:nvPr>
        </p:nvSpPr>
        <p:spPr/>
        <p:txBody>
          <a:bodyPr>
            <a:normAutofit/>
          </a:bodyPr>
          <a:lstStyle/>
          <a:p>
            <a:r>
              <a:rPr lang="en-US" dirty="0"/>
              <a:t>Why Linear Regression Matters</a:t>
            </a:r>
          </a:p>
        </p:txBody>
      </p:sp>
    </p:spTree>
    <p:extLst>
      <p:ext uri="{BB962C8B-B14F-4D97-AF65-F5344CB8AC3E}">
        <p14:creationId xmlns:p14="http://schemas.microsoft.com/office/powerpoint/2010/main" val="14271323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723A21-97D0-9266-6B42-28CBEDC236D9}"/>
              </a:ext>
            </a:extLst>
          </p:cNvPr>
          <p:cNvSpPr>
            <a:spLocks noGrp="1"/>
          </p:cNvSpPr>
          <p:nvPr>
            <p:ph idx="1"/>
          </p:nvPr>
        </p:nvSpPr>
        <p:spPr>
          <a:xfrm>
            <a:off x="838200" y="1633491"/>
            <a:ext cx="6470822" cy="5131294"/>
          </a:xfrm>
        </p:spPr>
        <p:txBody>
          <a:bodyPr>
            <a:normAutofit/>
          </a:bodyPr>
          <a:lstStyle/>
          <a:p>
            <a:pPr marL="0" indent="0">
              <a:buNone/>
            </a:pPr>
            <a:r>
              <a:rPr lang="en-US" sz="2400" b="1" dirty="0"/>
              <a:t>What Makes a Line "Best-Fit"?</a:t>
            </a:r>
          </a:p>
          <a:p>
            <a:pPr marL="0" indent="0">
              <a:buNone/>
            </a:pPr>
            <a:r>
              <a:rPr lang="en-US" sz="2400" dirty="0"/>
              <a:t>The best-fit line minimizes the error between predicted and actual values.</a:t>
            </a:r>
          </a:p>
          <a:p>
            <a:pPr marL="0" indent="0">
              <a:buNone/>
            </a:pPr>
            <a:r>
              <a:rPr lang="en-US" sz="2400" b="1" dirty="0"/>
              <a:t>Key Components:</a:t>
            </a:r>
          </a:p>
          <a:p>
            <a:r>
              <a:rPr lang="en-US" sz="2400" dirty="0"/>
              <a:t>Slope (β₁): How much Y changes for each unit change in X</a:t>
            </a:r>
          </a:p>
          <a:p>
            <a:r>
              <a:rPr lang="en-US" sz="2400" dirty="0"/>
              <a:t>Intercept (β₀): Value of Y when X = 0</a:t>
            </a:r>
          </a:p>
          <a:p>
            <a:r>
              <a:rPr lang="en-US" sz="2400" dirty="0"/>
              <a:t>Goal: Find the line that makes the most accurate predictions</a:t>
            </a:r>
          </a:p>
          <a:p>
            <a:r>
              <a:rPr lang="en-US" sz="2400" dirty="0"/>
              <a:t>Mathematical Representation:</a:t>
            </a:r>
          </a:p>
          <a:p>
            <a:r>
              <a:rPr lang="en-US" sz="2400" dirty="0"/>
              <a:t>Ŷ = β₀ + β₁X</a:t>
            </a:r>
          </a:p>
          <a:p>
            <a:r>
              <a:rPr lang="en-US" sz="2400" dirty="0"/>
              <a:t>Where Ŷ is the predicted value.</a:t>
            </a:r>
          </a:p>
        </p:txBody>
      </p:sp>
      <p:sp>
        <p:nvSpPr>
          <p:cNvPr id="3" name="Title 2">
            <a:extLst>
              <a:ext uri="{FF2B5EF4-FFF2-40B4-BE49-F238E27FC236}">
                <a16:creationId xmlns:a16="http://schemas.microsoft.com/office/drawing/2014/main" id="{E520913F-E7B6-47CD-911A-B7E553D5285A}"/>
              </a:ext>
            </a:extLst>
          </p:cNvPr>
          <p:cNvSpPr>
            <a:spLocks noGrp="1"/>
          </p:cNvSpPr>
          <p:nvPr>
            <p:ph type="title"/>
          </p:nvPr>
        </p:nvSpPr>
        <p:spPr/>
        <p:txBody>
          <a:bodyPr/>
          <a:lstStyle/>
          <a:p>
            <a:r>
              <a:rPr lang="en-US" dirty="0"/>
              <a:t>The Best-Fit Line Concept</a:t>
            </a:r>
          </a:p>
        </p:txBody>
      </p:sp>
      <p:pic>
        <p:nvPicPr>
          <p:cNvPr id="5123" name="Picture 3" descr="Fitting Lines to Data | CK-12 Foundation">
            <a:extLst>
              <a:ext uri="{FF2B5EF4-FFF2-40B4-BE49-F238E27FC236}">
                <a16:creationId xmlns:a16="http://schemas.microsoft.com/office/drawing/2014/main" id="{7227A453-5C80-EF05-DBFF-BB24669D73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9022" y="1545731"/>
            <a:ext cx="4335878" cy="4324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052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E50F6B-D0D0-409C-B437-2D7A32D8857A}"/>
              </a:ext>
            </a:extLst>
          </p:cNvPr>
          <p:cNvSpPr>
            <a:spLocks noGrp="1"/>
          </p:cNvSpPr>
          <p:nvPr>
            <p:ph idx="1"/>
          </p:nvPr>
        </p:nvSpPr>
        <p:spPr>
          <a:xfrm>
            <a:off x="838200" y="1633491"/>
            <a:ext cx="6063049" cy="5131294"/>
          </a:xfrm>
        </p:spPr>
        <p:txBody>
          <a:bodyPr>
            <a:normAutofit/>
          </a:bodyPr>
          <a:lstStyle/>
          <a:p>
            <a:pPr marL="0" indent="0">
              <a:buNone/>
            </a:pPr>
            <a:r>
              <a:rPr lang="en-US" b="1" dirty="0"/>
              <a:t>The Foundation of Linear Regression</a:t>
            </a:r>
          </a:p>
          <a:p>
            <a:r>
              <a:rPr lang="en-US" b="1" dirty="0"/>
              <a:t>OLS Principle:</a:t>
            </a:r>
            <a:r>
              <a:rPr lang="en-US" dirty="0"/>
              <a:t> Find the line that minimizes the sum of squared differences between observed and predicted values.</a:t>
            </a:r>
          </a:p>
          <a:p>
            <a:pPr marL="0" indent="0">
              <a:buNone/>
            </a:pPr>
            <a:r>
              <a:rPr lang="en-US" b="1" dirty="0"/>
              <a:t>Why "Least Squares"?</a:t>
            </a:r>
            <a:endParaRPr lang="en-US" dirty="0"/>
          </a:p>
          <a:p>
            <a:r>
              <a:rPr lang="en-US" dirty="0"/>
              <a:t>Squares prevent positive and negative errors from canceling out</a:t>
            </a:r>
          </a:p>
          <a:p>
            <a:r>
              <a:rPr lang="en-US" dirty="0"/>
              <a:t>Penalizes larger errors more heavily</a:t>
            </a:r>
          </a:p>
          <a:p>
            <a:r>
              <a:rPr lang="en-US" dirty="0"/>
              <a:t>Provides unique, mathematically optimal solution</a:t>
            </a:r>
          </a:p>
          <a:p>
            <a:endParaRPr lang="en-US" dirty="0"/>
          </a:p>
        </p:txBody>
      </p:sp>
      <p:sp>
        <p:nvSpPr>
          <p:cNvPr id="3" name="Title 2">
            <a:extLst>
              <a:ext uri="{FF2B5EF4-FFF2-40B4-BE49-F238E27FC236}">
                <a16:creationId xmlns:a16="http://schemas.microsoft.com/office/drawing/2014/main" id="{8AEB1D58-5352-F4F3-2A11-C6F2225E69D6}"/>
              </a:ext>
            </a:extLst>
          </p:cNvPr>
          <p:cNvSpPr>
            <a:spLocks noGrp="1"/>
          </p:cNvSpPr>
          <p:nvPr>
            <p:ph type="title"/>
          </p:nvPr>
        </p:nvSpPr>
        <p:spPr/>
        <p:txBody>
          <a:bodyPr>
            <a:normAutofit/>
          </a:bodyPr>
          <a:lstStyle/>
          <a:p>
            <a:r>
              <a:rPr lang="en-US" dirty="0"/>
              <a:t>Ordinary Least Squares (OLS) Method</a:t>
            </a:r>
          </a:p>
        </p:txBody>
      </p:sp>
      <p:pic>
        <p:nvPicPr>
          <p:cNvPr id="12" name="Picture 11">
            <a:extLst>
              <a:ext uri="{FF2B5EF4-FFF2-40B4-BE49-F238E27FC236}">
                <a16:creationId xmlns:a16="http://schemas.microsoft.com/office/drawing/2014/main" id="{ED72E220-66E3-C895-AA2B-7821BAB0B80F}"/>
              </a:ext>
            </a:extLst>
          </p:cNvPr>
          <p:cNvPicPr>
            <a:picLocks noChangeAspect="1"/>
          </p:cNvPicPr>
          <p:nvPr/>
        </p:nvPicPr>
        <p:blipFill>
          <a:blip r:embed="rId2"/>
          <a:stretch>
            <a:fillRect/>
          </a:stretch>
        </p:blipFill>
        <p:spPr>
          <a:xfrm>
            <a:off x="6741871" y="1633491"/>
            <a:ext cx="4972665" cy="3910622"/>
          </a:xfrm>
          <a:prstGeom prst="rect">
            <a:avLst/>
          </a:prstGeom>
        </p:spPr>
      </p:pic>
      <p:pic>
        <p:nvPicPr>
          <p:cNvPr id="13" name="Picture 12">
            <a:extLst>
              <a:ext uri="{FF2B5EF4-FFF2-40B4-BE49-F238E27FC236}">
                <a16:creationId xmlns:a16="http://schemas.microsoft.com/office/drawing/2014/main" id="{923AB4FC-8803-B130-E7FF-D6F9B65D8759}"/>
              </a:ext>
            </a:extLst>
          </p:cNvPr>
          <p:cNvPicPr>
            <a:picLocks noChangeAspect="1"/>
          </p:cNvPicPr>
          <p:nvPr/>
        </p:nvPicPr>
        <p:blipFill>
          <a:blip r:embed="rId3"/>
          <a:stretch>
            <a:fillRect/>
          </a:stretch>
        </p:blipFill>
        <p:spPr>
          <a:xfrm>
            <a:off x="8282966" y="5489997"/>
            <a:ext cx="2349975" cy="1333957"/>
          </a:xfrm>
          <a:prstGeom prst="rect">
            <a:avLst/>
          </a:prstGeom>
        </p:spPr>
      </p:pic>
    </p:spTree>
    <p:extLst>
      <p:ext uri="{BB962C8B-B14F-4D97-AF65-F5344CB8AC3E}">
        <p14:creationId xmlns:p14="http://schemas.microsoft.com/office/powerpoint/2010/main" val="1949621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9964DC-0CDA-4C8C-1325-DEC0B312A24B}"/>
              </a:ext>
            </a:extLst>
          </p:cNvPr>
          <p:cNvPicPr>
            <a:picLocks noChangeAspect="1"/>
          </p:cNvPicPr>
          <p:nvPr/>
        </p:nvPicPr>
        <p:blipFill>
          <a:blip r:embed="rId2"/>
          <a:stretch>
            <a:fillRect/>
          </a:stretch>
        </p:blipFill>
        <p:spPr>
          <a:xfrm>
            <a:off x="2302547" y="3406813"/>
            <a:ext cx="3181794" cy="943107"/>
          </a:xfrm>
          <a:prstGeom prst="rect">
            <a:avLst/>
          </a:prstGeom>
        </p:spPr>
      </p:pic>
      <p:sp>
        <p:nvSpPr>
          <p:cNvPr id="2" name="Content Placeholder 1">
            <a:extLst>
              <a:ext uri="{FF2B5EF4-FFF2-40B4-BE49-F238E27FC236}">
                <a16:creationId xmlns:a16="http://schemas.microsoft.com/office/drawing/2014/main" id="{ECC626B6-A902-6BF5-9290-D13B2FC57543}"/>
              </a:ext>
            </a:extLst>
          </p:cNvPr>
          <p:cNvSpPr>
            <a:spLocks noGrp="1"/>
          </p:cNvSpPr>
          <p:nvPr>
            <p:ph idx="1"/>
          </p:nvPr>
        </p:nvSpPr>
        <p:spPr>
          <a:xfrm>
            <a:off x="838200" y="1633491"/>
            <a:ext cx="4722341" cy="2561628"/>
          </a:xfrm>
        </p:spPr>
        <p:txBody>
          <a:bodyPr>
            <a:normAutofit/>
          </a:bodyPr>
          <a:lstStyle/>
          <a:p>
            <a:pPr marL="0" indent="0">
              <a:buNone/>
            </a:pPr>
            <a:r>
              <a:rPr lang="en-US" sz="2400" b="1" dirty="0"/>
              <a:t>Measuring Prediction Quality</a:t>
            </a:r>
          </a:p>
          <a:p>
            <a:r>
              <a:rPr lang="en-US" sz="2400" dirty="0"/>
              <a:t>The </a:t>
            </a:r>
            <a:r>
              <a:rPr lang="en-US" sz="2400" b="1" dirty="0"/>
              <a:t>Mean Squared Error (MSE)</a:t>
            </a:r>
            <a:r>
              <a:rPr lang="en-US" sz="2400" dirty="0"/>
              <a:t> quantifies how well our model performs.</a:t>
            </a:r>
          </a:p>
          <a:p>
            <a:r>
              <a:rPr lang="en-US" sz="2400" b="1" dirty="0"/>
              <a:t>Formula:</a:t>
            </a:r>
            <a:endParaRPr lang="en-US" sz="2400" dirty="0"/>
          </a:p>
          <a:p>
            <a:endParaRPr lang="en-US" sz="2400" dirty="0"/>
          </a:p>
        </p:txBody>
      </p:sp>
      <p:sp>
        <p:nvSpPr>
          <p:cNvPr id="3" name="Title 2">
            <a:extLst>
              <a:ext uri="{FF2B5EF4-FFF2-40B4-BE49-F238E27FC236}">
                <a16:creationId xmlns:a16="http://schemas.microsoft.com/office/drawing/2014/main" id="{E11FBCEE-3920-1390-A5A2-B8102DBEF6F8}"/>
              </a:ext>
            </a:extLst>
          </p:cNvPr>
          <p:cNvSpPr>
            <a:spLocks noGrp="1"/>
          </p:cNvSpPr>
          <p:nvPr>
            <p:ph type="title"/>
          </p:nvPr>
        </p:nvSpPr>
        <p:spPr/>
        <p:txBody>
          <a:bodyPr>
            <a:normAutofit/>
          </a:bodyPr>
          <a:lstStyle/>
          <a:p>
            <a:r>
              <a:rPr lang="en-US" dirty="0"/>
              <a:t>Cost Function - Mean Squared Error</a:t>
            </a:r>
          </a:p>
        </p:txBody>
      </p:sp>
      <p:sp>
        <p:nvSpPr>
          <p:cNvPr id="5" name="Content Placeholder 1">
            <a:extLst>
              <a:ext uri="{FF2B5EF4-FFF2-40B4-BE49-F238E27FC236}">
                <a16:creationId xmlns:a16="http://schemas.microsoft.com/office/drawing/2014/main" id="{A8F843FB-6888-4116-3CF1-CFF8977AD640}"/>
              </a:ext>
            </a:extLst>
          </p:cNvPr>
          <p:cNvSpPr txBox="1">
            <a:spLocks/>
          </p:cNvSpPr>
          <p:nvPr/>
        </p:nvSpPr>
        <p:spPr>
          <a:xfrm>
            <a:off x="990600" y="4349920"/>
            <a:ext cx="7887730" cy="25616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Key Points:</a:t>
            </a:r>
            <a:endParaRPr lang="en-US" sz="2400" dirty="0"/>
          </a:p>
          <a:p>
            <a:r>
              <a:rPr lang="en-US" sz="2400" dirty="0"/>
              <a:t>Lower MSE = Better model performance</a:t>
            </a:r>
          </a:p>
          <a:p>
            <a:r>
              <a:rPr lang="en-US" sz="2400" dirty="0"/>
              <a:t>Units are squared (e.g., dollars² for price prediction)</a:t>
            </a:r>
          </a:p>
          <a:p>
            <a:r>
              <a:rPr lang="en-US" sz="2400" dirty="0"/>
              <a:t>Always positive (due to squaring)</a:t>
            </a:r>
          </a:p>
          <a:p>
            <a:r>
              <a:rPr lang="en-US" sz="2400" dirty="0"/>
              <a:t>Heavily penalizes large errors</a:t>
            </a:r>
          </a:p>
        </p:txBody>
      </p:sp>
      <p:pic>
        <p:nvPicPr>
          <p:cNvPr id="6146" name="Picture 2" descr="Linear Regression and Applications in Business | by Sarrama Kamal | Medium">
            <a:extLst>
              <a:ext uri="{FF2B5EF4-FFF2-40B4-BE49-F238E27FC236}">
                <a16:creationId xmlns:a16="http://schemas.microsoft.com/office/drawing/2014/main" id="{1E7C1A24-99FD-05FD-C2A7-F0B29742FF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4144" y="1777357"/>
            <a:ext cx="5127980" cy="2417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7947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84685-A82D-7DC6-6817-68AEC3E64A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962BA90-F130-E048-0E94-9108E2EC86CE}"/>
              </a:ext>
            </a:extLst>
          </p:cNvPr>
          <p:cNvSpPr>
            <a:spLocks noGrp="1"/>
          </p:cNvSpPr>
          <p:nvPr>
            <p:ph type="title"/>
          </p:nvPr>
        </p:nvSpPr>
        <p:spPr/>
        <p:txBody>
          <a:bodyPr/>
          <a:lstStyle/>
          <a:p>
            <a:r>
              <a:rPr lang="en-US" dirty="0"/>
              <a:t>Solving Linear Regression with the Closed-Form Solution</a:t>
            </a:r>
          </a:p>
        </p:txBody>
      </p:sp>
      <p:pic>
        <p:nvPicPr>
          <p:cNvPr id="11" name="Content Placeholder 10">
            <a:extLst>
              <a:ext uri="{FF2B5EF4-FFF2-40B4-BE49-F238E27FC236}">
                <a16:creationId xmlns:a16="http://schemas.microsoft.com/office/drawing/2014/main" id="{B6FB3ED4-D6F0-A4DD-2E87-333BC4BCB751}"/>
              </a:ext>
            </a:extLst>
          </p:cNvPr>
          <p:cNvPicPr>
            <a:picLocks noGrp="1" noChangeAspect="1"/>
          </p:cNvPicPr>
          <p:nvPr>
            <p:ph idx="1"/>
          </p:nvPr>
        </p:nvPicPr>
        <p:blipFill>
          <a:blip r:embed="rId2"/>
          <a:stretch>
            <a:fillRect/>
          </a:stretch>
        </p:blipFill>
        <p:spPr>
          <a:xfrm>
            <a:off x="6936549" y="1789357"/>
            <a:ext cx="4417251" cy="4247356"/>
          </a:xfrm>
        </p:spPr>
      </p:pic>
      <p:sp>
        <p:nvSpPr>
          <p:cNvPr id="15" name="Content Placeholder 1">
            <a:extLst>
              <a:ext uri="{FF2B5EF4-FFF2-40B4-BE49-F238E27FC236}">
                <a16:creationId xmlns:a16="http://schemas.microsoft.com/office/drawing/2014/main" id="{16489CD5-E694-96CA-6EE8-2DA9D775D58C}"/>
              </a:ext>
            </a:extLst>
          </p:cNvPr>
          <p:cNvSpPr txBox="1">
            <a:spLocks/>
          </p:cNvSpPr>
          <p:nvPr/>
        </p:nvSpPr>
        <p:spPr>
          <a:xfrm>
            <a:off x="838200" y="1789357"/>
            <a:ext cx="5902411" cy="4247356"/>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The closed-form solution is efficient for small to medium-sized datasets, especially in </a:t>
            </a:r>
            <a:r>
              <a:rPr lang="en-US" sz="2000" b="1" dirty="0"/>
              <a:t>simple linear regression</a:t>
            </a:r>
            <a:r>
              <a:rPr lang="en-US" sz="2000" dirty="0"/>
              <a:t>, where slope and intercept can be computed directly without matrix operations.</a:t>
            </a:r>
          </a:p>
          <a:p>
            <a:r>
              <a:rPr lang="en-US" sz="2000" dirty="0"/>
              <a:t>However, for </a:t>
            </a:r>
            <a:r>
              <a:rPr lang="en-US" sz="2000" b="1" dirty="0"/>
              <a:t>multiple linear regression</a:t>
            </a:r>
            <a:r>
              <a:rPr lang="en-US" sz="2000" dirty="0"/>
              <a:t>, the closed-form solution involves computing the inverse of X^T.X, which becomes computationally expensive as dataset size and dimensionality grow.</a:t>
            </a:r>
          </a:p>
          <a:p>
            <a:pPr marL="0" indent="0">
              <a:buNone/>
            </a:pPr>
            <a:r>
              <a:rPr lang="en-US" sz="2000" dirty="0"/>
              <a:t>It works well when:</a:t>
            </a:r>
          </a:p>
          <a:p>
            <a:r>
              <a:rPr lang="en-US" sz="2000" dirty="0"/>
              <a:t>The dataset is small (typically up to a few thousand rows).</a:t>
            </a:r>
          </a:p>
          <a:p>
            <a:r>
              <a:rPr lang="en-US" sz="2000" dirty="0"/>
              <a:t>The number of features is low.</a:t>
            </a:r>
          </a:p>
          <a:p>
            <a:r>
              <a:rPr lang="en-US" sz="2000" dirty="0"/>
              <a:t>There is no multicollinearity (i.e., features are not highly correlated).</a:t>
            </a:r>
          </a:p>
          <a:p>
            <a:pPr marL="0" indent="0">
              <a:buNone/>
            </a:pPr>
            <a:r>
              <a:rPr lang="en-US" sz="2000" dirty="0"/>
              <a:t>For larger or more complex problems, </a:t>
            </a:r>
            <a:r>
              <a:rPr lang="en-US" sz="2000" b="1" dirty="0"/>
              <a:t>iterative methods</a:t>
            </a:r>
            <a:r>
              <a:rPr lang="en-US" sz="2000" dirty="0"/>
              <a:t> like </a:t>
            </a:r>
            <a:r>
              <a:rPr lang="en-US" sz="2000" b="1" dirty="0"/>
              <a:t>Gradient Descent</a:t>
            </a:r>
            <a:r>
              <a:rPr lang="en-US" sz="2000" dirty="0"/>
              <a:t> are preferred due to their scalability and efficiency.</a:t>
            </a:r>
          </a:p>
          <a:p>
            <a:endParaRPr lang="en-US" sz="2000" dirty="0"/>
          </a:p>
        </p:txBody>
      </p:sp>
      <p:pic>
        <p:nvPicPr>
          <p:cNvPr id="1026" name="Picture 2" descr="Why Use Python? - Full Stack Python">
            <a:hlinkClick r:id="rId3"/>
            <a:extLst>
              <a:ext uri="{FF2B5EF4-FFF2-40B4-BE49-F238E27FC236}">
                <a16:creationId xmlns:a16="http://schemas.microsoft.com/office/drawing/2014/main" id="{86CE7E24-5203-202C-96DE-DAADDEBAC0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6280339"/>
            <a:ext cx="1492624" cy="486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227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DFCA9-DB68-4926-D36D-44E2CB4365C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61A592-C95D-5F4C-D812-FDE1F8B67D98}"/>
              </a:ext>
            </a:extLst>
          </p:cNvPr>
          <p:cNvSpPr>
            <a:spLocks noGrp="1"/>
          </p:cNvSpPr>
          <p:nvPr>
            <p:ph idx="1"/>
          </p:nvPr>
        </p:nvSpPr>
        <p:spPr>
          <a:xfrm>
            <a:off x="838199" y="1633491"/>
            <a:ext cx="6123039" cy="5131294"/>
          </a:xfrm>
        </p:spPr>
        <p:txBody>
          <a:bodyPr>
            <a:normAutofit/>
          </a:bodyPr>
          <a:lstStyle/>
          <a:p>
            <a:pPr marL="0" indent="0">
              <a:buNone/>
            </a:pPr>
            <a:r>
              <a:rPr lang="en-US" b="1" dirty="0"/>
              <a:t>Iterative Optimization Approach</a:t>
            </a:r>
          </a:p>
          <a:p>
            <a:r>
              <a:rPr lang="en-US" b="1" dirty="0"/>
              <a:t>Core Concept:</a:t>
            </a:r>
            <a:r>
              <a:rPr lang="en-US" dirty="0"/>
              <a:t> Gradually adjust coefficients to minimize cost function</a:t>
            </a:r>
          </a:p>
          <a:p>
            <a:pPr marL="0" indent="0">
              <a:buNone/>
            </a:pPr>
            <a:r>
              <a:rPr lang="en-US" b="1" dirty="0"/>
              <a:t>Algorithm Steps:</a:t>
            </a:r>
            <a:endParaRPr lang="en-US" dirty="0"/>
          </a:p>
          <a:p>
            <a:pPr marL="346075" indent="-346075">
              <a:buFont typeface="+mj-lt"/>
              <a:buAutoNum type="arabicPeriod"/>
            </a:pPr>
            <a:r>
              <a:rPr lang="en-US" dirty="0"/>
              <a:t>Start with random </a:t>
            </a:r>
            <a:r>
              <a:rPr lang="el-GR" dirty="0"/>
              <a:t>β₀ </a:t>
            </a:r>
            <a:r>
              <a:rPr lang="en-US" dirty="0"/>
              <a:t>and </a:t>
            </a:r>
            <a:r>
              <a:rPr lang="el-GR" dirty="0"/>
              <a:t>β₁ </a:t>
            </a:r>
            <a:r>
              <a:rPr lang="en-US" dirty="0"/>
              <a:t>values</a:t>
            </a:r>
          </a:p>
          <a:p>
            <a:pPr marL="346075" indent="-346075">
              <a:buFont typeface="+mj-lt"/>
              <a:buAutoNum type="arabicPeriod"/>
            </a:pPr>
            <a:r>
              <a:rPr lang="en-US" dirty="0"/>
              <a:t>Calculate cost (MSE)</a:t>
            </a:r>
          </a:p>
          <a:p>
            <a:pPr marL="346075" indent="-346075">
              <a:buFont typeface="+mj-lt"/>
              <a:buAutoNum type="arabicPeriod"/>
            </a:pPr>
            <a:r>
              <a:rPr lang="en-US" dirty="0"/>
              <a:t>Compute gradients (derivatives)</a:t>
            </a:r>
          </a:p>
          <a:p>
            <a:pPr marL="346075" indent="-346075">
              <a:buFont typeface="+mj-lt"/>
              <a:buAutoNum type="arabicPeriod"/>
            </a:pPr>
            <a:r>
              <a:rPr lang="en-US" dirty="0"/>
              <a:t>Update coefficients in direction of steepest descent</a:t>
            </a:r>
          </a:p>
          <a:p>
            <a:pPr marL="346075" indent="-346075">
              <a:buFont typeface="+mj-lt"/>
              <a:buAutoNum type="arabicPeriod"/>
            </a:pPr>
            <a:r>
              <a:rPr lang="en-US" dirty="0"/>
              <a:t>Repeat until convergence</a:t>
            </a:r>
          </a:p>
        </p:txBody>
      </p:sp>
      <p:sp>
        <p:nvSpPr>
          <p:cNvPr id="3" name="Title 2">
            <a:extLst>
              <a:ext uri="{FF2B5EF4-FFF2-40B4-BE49-F238E27FC236}">
                <a16:creationId xmlns:a16="http://schemas.microsoft.com/office/drawing/2014/main" id="{DF98230F-D09E-0053-052C-DBBDA534D6A9}"/>
              </a:ext>
            </a:extLst>
          </p:cNvPr>
          <p:cNvSpPr>
            <a:spLocks noGrp="1"/>
          </p:cNvSpPr>
          <p:nvPr>
            <p:ph type="title"/>
          </p:nvPr>
        </p:nvSpPr>
        <p:spPr/>
        <p:txBody>
          <a:bodyPr/>
          <a:lstStyle/>
          <a:p>
            <a:r>
              <a:rPr lang="en-US" dirty="0"/>
              <a:t>Solving Linear Regression Using The Gradient Descent Method</a:t>
            </a:r>
          </a:p>
        </p:txBody>
      </p:sp>
      <p:pic>
        <p:nvPicPr>
          <p:cNvPr id="5" name="Picture 4">
            <a:extLst>
              <a:ext uri="{FF2B5EF4-FFF2-40B4-BE49-F238E27FC236}">
                <a16:creationId xmlns:a16="http://schemas.microsoft.com/office/drawing/2014/main" id="{2C0B6C6C-BCCC-176F-E3E9-9C6155B90FC2}"/>
              </a:ext>
            </a:extLst>
          </p:cNvPr>
          <p:cNvPicPr>
            <a:picLocks noChangeAspect="1"/>
          </p:cNvPicPr>
          <p:nvPr/>
        </p:nvPicPr>
        <p:blipFill>
          <a:blip r:embed="rId2"/>
          <a:stretch>
            <a:fillRect/>
          </a:stretch>
        </p:blipFill>
        <p:spPr>
          <a:xfrm>
            <a:off x="7231423" y="1746681"/>
            <a:ext cx="4122377" cy="2996518"/>
          </a:xfrm>
          <a:prstGeom prst="rect">
            <a:avLst/>
          </a:prstGeom>
        </p:spPr>
      </p:pic>
      <p:pic>
        <p:nvPicPr>
          <p:cNvPr id="6" name="Picture 5">
            <a:extLst>
              <a:ext uri="{FF2B5EF4-FFF2-40B4-BE49-F238E27FC236}">
                <a16:creationId xmlns:a16="http://schemas.microsoft.com/office/drawing/2014/main" id="{79C0C2BA-6BEC-3370-0CDA-2423FD3D748B}"/>
              </a:ext>
            </a:extLst>
          </p:cNvPr>
          <p:cNvPicPr>
            <a:picLocks noChangeAspect="1"/>
          </p:cNvPicPr>
          <p:nvPr/>
        </p:nvPicPr>
        <p:blipFill>
          <a:blip r:embed="rId3"/>
          <a:stretch>
            <a:fillRect/>
          </a:stretch>
        </p:blipFill>
        <p:spPr>
          <a:xfrm>
            <a:off x="7807388" y="4944149"/>
            <a:ext cx="2834355" cy="1548282"/>
          </a:xfrm>
          <a:prstGeom prst="rect">
            <a:avLst/>
          </a:prstGeom>
        </p:spPr>
      </p:pic>
    </p:spTree>
    <p:extLst>
      <p:ext uri="{BB962C8B-B14F-4D97-AF65-F5344CB8AC3E}">
        <p14:creationId xmlns:p14="http://schemas.microsoft.com/office/powerpoint/2010/main" val="1427723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function&#10;&#10;AI-generated content may be incorrect.">
            <a:extLst>
              <a:ext uri="{FF2B5EF4-FFF2-40B4-BE49-F238E27FC236}">
                <a16:creationId xmlns:a16="http://schemas.microsoft.com/office/drawing/2014/main" id="{8F2330D7-9298-4367-D02D-C079ED44A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9159" y="1483297"/>
            <a:ext cx="6795944" cy="5436756"/>
          </a:xfrm>
          <a:prstGeom prst="rect">
            <a:avLst/>
          </a:prstGeom>
        </p:spPr>
      </p:pic>
      <p:sp>
        <p:nvSpPr>
          <p:cNvPr id="2" name="Content Placeholder 1">
            <a:extLst>
              <a:ext uri="{FF2B5EF4-FFF2-40B4-BE49-F238E27FC236}">
                <a16:creationId xmlns:a16="http://schemas.microsoft.com/office/drawing/2014/main" id="{4AB508A7-8888-D77B-B430-86487FE1DB28}"/>
              </a:ext>
            </a:extLst>
          </p:cNvPr>
          <p:cNvSpPr>
            <a:spLocks noGrp="1"/>
          </p:cNvSpPr>
          <p:nvPr>
            <p:ph idx="1"/>
          </p:nvPr>
        </p:nvSpPr>
        <p:spPr>
          <a:xfrm>
            <a:off x="838200" y="1633490"/>
            <a:ext cx="6439930" cy="2184747"/>
          </a:xfrm>
        </p:spPr>
        <p:txBody>
          <a:bodyPr>
            <a:normAutofit fontScale="85000" lnSpcReduction="10000"/>
          </a:bodyPr>
          <a:lstStyle/>
          <a:p>
            <a:pPr marL="0" indent="0">
              <a:buNone/>
            </a:pPr>
            <a:r>
              <a:rPr lang="en-US" b="1" dirty="0"/>
              <a:t>Understanding the Optimization Process</a:t>
            </a:r>
          </a:p>
          <a:p>
            <a:r>
              <a:rPr lang="en-US" b="1" dirty="0"/>
              <a:t>Key Components:</a:t>
            </a:r>
            <a:endParaRPr lang="en-US" dirty="0"/>
          </a:p>
          <a:p>
            <a:r>
              <a:rPr lang="en-US" b="1" dirty="0"/>
              <a:t>Learning Rate (α):</a:t>
            </a:r>
            <a:r>
              <a:rPr lang="en-US" dirty="0"/>
              <a:t> Step size for each iteration</a:t>
            </a:r>
          </a:p>
          <a:p>
            <a:r>
              <a:rPr lang="en-US" b="1" dirty="0"/>
              <a:t>Gradient:</a:t>
            </a:r>
            <a:r>
              <a:rPr lang="en-US" dirty="0"/>
              <a:t> Direction of steepest increase</a:t>
            </a:r>
          </a:p>
          <a:p>
            <a:r>
              <a:rPr lang="en-US" b="1" dirty="0"/>
              <a:t>Convergence:</a:t>
            </a:r>
            <a:r>
              <a:rPr lang="en-US" dirty="0"/>
              <a:t> Reaching the minimum cost</a:t>
            </a:r>
          </a:p>
          <a:p>
            <a:endParaRPr lang="en-US" dirty="0"/>
          </a:p>
          <a:p>
            <a:endParaRPr lang="en-US" dirty="0"/>
          </a:p>
        </p:txBody>
      </p:sp>
      <p:sp>
        <p:nvSpPr>
          <p:cNvPr id="3" name="Title 2">
            <a:extLst>
              <a:ext uri="{FF2B5EF4-FFF2-40B4-BE49-F238E27FC236}">
                <a16:creationId xmlns:a16="http://schemas.microsoft.com/office/drawing/2014/main" id="{28A4CF1C-C04B-6B0E-66D9-A9DDA7F6AA70}"/>
              </a:ext>
            </a:extLst>
          </p:cNvPr>
          <p:cNvSpPr>
            <a:spLocks noGrp="1"/>
          </p:cNvSpPr>
          <p:nvPr>
            <p:ph type="title"/>
          </p:nvPr>
        </p:nvSpPr>
        <p:spPr/>
        <p:txBody>
          <a:bodyPr/>
          <a:lstStyle/>
          <a:p>
            <a:r>
              <a:rPr lang="en-US" dirty="0"/>
              <a:t>Gradient Descent Visualization</a:t>
            </a:r>
          </a:p>
        </p:txBody>
      </p:sp>
      <p:pic>
        <p:nvPicPr>
          <p:cNvPr id="6" name="Content Placeholder 4">
            <a:extLst>
              <a:ext uri="{FF2B5EF4-FFF2-40B4-BE49-F238E27FC236}">
                <a16:creationId xmlns:a16="http://schemas.microsoft.com/office/drawing/2014/main" id="{44FAA658-B7FF-3387-5E0B-7631B2303893}"/>
              </a:ext>
            </a:extLst>
          </p:cNvPr>
          <p:cNvPicPr>
            <a:picLocks noChangeAspect="1"/>
          </p:cNvPicPr>
          <p:nvPr/>
        </p:nvPicPr>
        <p:blipFill>
          <a:blip r:embed="rId3"/>
          <a:stretch>
            <a:fillRect/>
          </a:stretch>
        </p:blipFill>
        <p:spPr>
          <a:xfrm>
            <a:off x="838200" y="3818237"/>
            <a:ext cx="2831757" cy="3101815"/>
          </a:xfrm>
          <a:prstGeom prst="rect">
            <a:avLst/>
          </a:prstGeom>
        </p:spPr>
      </p:pic>
    </p:spTree>
    <p:extLst>
      <p:ext uri="{BB962C8B-B14F-4D97-AF65-F5344CB8AC3E}">
        <p14:creationId xmlns:p14="http://schemas.microsoft.com/office/powerpoint/2010/main" val="3941017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D146C-15FF-96F8-CF9A-832F49E6CEC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4277D6C-6661-DE9D-2C7F-7EA55529ABF9}"/>
              </a:ext>
            </a:extLst>
          </p:cNvPr>
          <p:cNvSpPr>
            <a:spLocks noGrp="1"/>
          </p:cNvSpPr>
          <p:nvPr>
            <p:ph idx="1"/>
          </p:nvPr>
        </p:nvSpPr>
        <p:spPr>
          <a:xfrm>
            <a:off x="838200" y="1633491"/>
            <a:ext cx="6600568" cy="5131294"/>
          </a:xfrm>
        </p:spPr>
        <p:txBody>
          <a:bodyPr>
            <a:normAutofit/>
          </a:bodyPr>
          <a:lstStyle/>
          <a:p>
            <a:pPr marL="0" indent="0">
              <a:buNone/>
            </a:pPr>
            <a:r>
              <a:rPr lang="en-US" b="1" dirty="0"/>
              <a:t>Advantages:</a:t>
            </a:r>
            <a:endParaRPr lang="en-US" dirty="0"/>
          </a:p>
          <a:p>
            <a:r>
              <a:rPr lang="en-US" dirty="0"/>
              <a:t>Scales well to large datasets</a:t>
            </a:r>
          </a:p>
          <a:p>
            <a:r>
              <a:rPr lang="en-US" dirty="0"/>
              <a:t>Works with multiple features</a:t>
            </a:r>
          </a:p>
          <a:p>
            <a:r>
              <a:rPr lang="en-US" dirty="0"/>
              <a:t>Foundation for deep learning</a:t>
            </a:r>
          </a:p>
          <a:p>
            <a:pPr marL="0" indent="0">
              <a:buNone/>
            </a:pPr>
            <a:r>
              <a:rPr lang="en-US" b="1" dirty="0"/>
              <a:t>Considerations:</a:t>
            </a:r>
            <a:endParaRPr lang="en-US" dirty="0"/>
          </a:p>
          <a:p>
            <a:r>
              <a:rPr lang="en-US" dirty="0"/>
              <a:t>Requires tuning learning rate</a:t>
            </a:r>
          </a:p>
          <a:p>
            <a:r>
              <a:rPr lang="en-US" dirty="0"/>
              <a:t>May need many iterations</a:t>
            </a:r>
          </a:p>
          <a:p>
            <a:r>
              <a:rPr lang="en-US" dirty="0"/>
              <a:t>Can get stuck in local minima</a:t>
            </a:r>
          </a:p>
          <a:p>
            <a:endParaRPr lang="en-US" dirty="0"/>
          </a:p>
          <a:p>
            <a:endParaRPr lang="en-US" dirty="0"/>
          </a:p>
        </p:txBody>
      </p:sp>
      <p:sp>
        <p:nvSpPr>
          <p:cNvPr id="3" name="Title 2">
            <a:extLst>
              <a:ext uri="{FF2B5EF4-FFF2-40B4-BE49-F238E27FC236}">
                <a16:creationId xmlns:a16="http://schemas.microsoft.com/office/drawing/2014/main" id="{5C3C63C9-F4FE-4D35-113E-CFF7EF724963}"/>
              </a:ext>
            </a:extLst>
          </p:cNvPr>
          <p:cNvSpPr>
            <a:spLocks noGrp="1"/>
          </p:cNvSpPr>
          <p:nvPr>
            <p:ph type="title"/>
          </p:nvPr>
        </p:nvSpPr>
        <p:spPr/>
        <p:txBody>
          <a:bodyPr/>
          <a:lstStyle/>
          <a:p>
            <a:r>
              <a:rPr lang="en-US" dirty="0"/>
              <a:t>Gradient Descent Visualization</a:t>
            </a:r>
          </a:p>
        </p:txBody>
      </p:sp>
      <p:pic>
        <p:nvPicPr>
          <p:cNvPr id="8" name="Picture 2" descr="Why Use Python? - Full Stack Python">
            <a:hlinkClick r:id="rId2"/>
            <a:extLst>
              <a:ext uri="{FF2B5EF4-FFF2-40B4-BE49-F238E27FC236}">
                <a16:creationId xmlns:a16="http://schemas.microsoft.com/office/drawing/2014/main" id="{D4AE6193-CCD4-99C8-A300-F96A67CCB4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6280339"/>
            <a:ext cx="1492624" cy="486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3140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E036A-7A6F-BB7C-66CD-BA1133D861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7DBC383-8B40-EB48-75A5-7ABA05DD62AB}"/>
              </a:ext>
            </a:extLst>
          </p:cNvPr>
          <p:cNvSpPr>
            <a:spLocks noGrp="1"/>
          </p:cNvSpPr>
          <p:nvPr>
            <p:ph type="title"/>
          </p:nvPr>
        </p:nvSpPr>
        <p:spPr/>
        <p:txBody>
          <a:bodyPr/>
          <a:lstStyle/>
          <a:p>
            <a:r>
              <a:rPr lang="en-US" dirty="0"/>
              <a:t>Evaluation Metrics</a:t>
            </a:r>
          </a:p>
        </p:txBody>
      </p:sp>
      <p:pic>
        <p:nvPicPr>
          <p:cNvPr id="1026" name="Picture 2" descr="Regression Model Evaluation Metrics In Depth | by Fraidoon Omarzai | Medium">
            <a:extLst>
              <a:ext uri="{FF2B5EF4-FFF2-40B4-BE49-F238E27FC236}">
                <a16:creationId xmlns:a16="http://schemas.microsoft.com/office/drawing/2014/main" id="{472203F4-3B29-5BC9-16A9-2A35FBB2DE1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727200"/>
            <a:ext cx="6239170" cy="51308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mmon Evaluation Metrics for Regression Analysis | by Scott Duda | Medium">
            <a:extLst>
              <a:ext uri="{FF2B5EF4-FFF2-40B4-BE49-F238E27FC236}">
                <a16:creationId xmlns:a16="http://schemas.microsoft.com/office/drawing/2014/main" id="{6C0CAFAA-CC2C-9D22-F5AA-318CBE3BF3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6904" y="2780042"/>
            <a:ext cx="3466896" cy="2378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838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4821-12CC-C73F-FEEF-457E351A61EF}"/>
              </a:ext>
            </a:extLst>
          </p:cNvPr>
          <p:cNvSpPr>
            <a:spLocks noGrp="1"/>
          </p:cNvSpPr>
          <p:nvPr>
            <p:ph type="title"/>
          </p:nvPr>
        </p:nvSpPr>
        <p:spPr/>
        <p:txBody>
          <a:bodyPr>
            <a:normAutofit/>
          </a:bodyPr>
          <a:lstStyle/>
          <a:p>
            <a:r>
              <a:rPr lang="en-US" dirty="0"/>
              <a:t>Assumptions of Linear Regression</a:t>
            </a:r>
            <a:endParaRPr lang="en-US" sz="2800" dirty="0"/>
          </a:p>
        </p:txBody>
      </p:sp>
      <p:sp>
        <p:nvSpPr>
          <p:cNvPr id="3" name="Content Placeholder 2">
            <a:extLst>
              <a:ext uri="{FF2B5EF4-FFF2-40B4-BE49-F238E27FC236}">
                <a16:creationId xmlns:a16="http://schemas.microsoft.com/office/drawing/2014/main" id="{DDB8F6FE-FF12-0BA5-D224-71F068E4DF88}"/>
              </a:ext>
            </a:extLst>
          </p:cNvPr>
          <p:cNvSpPr>
            <a:spLocks noGrp="1"/>
          </p:cNvSpPr>
          <p:nvPr>
            <p:ph idx="1"/>
          </p:nvPr>
        </p:nvSpPr>
        <p:spPr/>
        <p:txBody>
          <a:bodyPr>
            <a:normAutofit/>
          </a:bodyPr>
          <a:lstStyle/>
          <a:p>
            <a:pPr marL="0" indent="0">
              <a:buNone/>
            </a:pPr>
            <a:r>
              <a:rPr lang="en-US" b="1" dirty="0"/>
              <a:t>1. Linearity</a:t>
            </a:r>
          </a:p>
          <a:p>
            <a:r>
              <a:rPr lang="en-US" dirty="0"/>
              <a:t>The relationship between the independent variables (predictors) and the dependent variable (response) should be linear. </a:t>
            </a:r>
          </a:p>
          <a:p>
            <a:r>
              <a:rPr lang="en-US" dirty="0"/>
              <a:t>This means that the change in the dependent variable is proportional to the change in the independent variable.</a:t>
            </a:r>
          </a:p>
          <a:p>
            <a:pPr marL="0" indent="0">
              <a:buNone/>
            </a:pPr>
            <a:r>
              <a:rPr lang="en-US" b="1" dirty="0"/>
              <a:t>Example</a:t>
            </a:r>
            <a:r>
              <a:rPr lang="en-US" dirty="0"/>
              <a:t>: If you are predicting house prices (dependent variable) based on the size of the house (independent variable), a linear relationship implies that each additional square foot of the house size increases the price by a constant amount.</a:t>
            </a:r>
          </a:p>
        </p:txBody>
      </p:sp>
    </p:spTree>
    <p:extLst>
      <p:ext uri="{BB962C8B-B14F-4D97-AF65-F5344CB8AC3E}">
        <p14:creationId xmlns:p14="http://schemas.microsoft.com/office/powerpoint/2010/main" val="148099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3714-6F7E-3A96-C0A8-B864075CE6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19EF-655A-876D-A20D-955157C7420B}"/>
              </a:ext>
            </a:extLst>
          </p:cNvPr>
          <p:cNvSpPr>
            <a:spLocks noGrp="1"/>
          </p:cNvSpPr>
          <p:nvPr>
            <p:ph type="title"/>
          </p:nvPr>
        </p:nvSpPr>
        <p:spPr/>
        <p:txBody>
          <a:bodyPr>
            <a:normAutofit/>
          </a:bodyPr>
          <a:lstStyle/>
          <a:p>
            <a:r>
              <a:rPr lang="en-US" dirty="0"/>
              <a:t>Assumptions of Linear Regression</a:t>
            </a:r>
            <a:endParaRPr lang="en-US" sz="2800" dirty="0"/>
          </a:p>
        </p:txBody>
      </p:sp>
      <p:sp>
        <p:nvSpPr>
          <p:cNvPr id="3" name="Content Placeholder 2">
            <a:extLst>
              <a:ext uri="{FF2B5EF4-FFF2-40B4-BE49-F238E27FC236}">
                <a16:creationId xmlns:a16="http://schemas.microsoft.com/office/drawing/2014/main" id="{83ED29CA-FE26-6777-1F1A-6F46BCEEB9BB}"/>
              </a:ext>
            </a:extLst>
          </p:cNvPr>
          <p:cNvSpPr>
            <a:spLocks noGrp="1"/>
          </p:cNvSpPr>
          <p:nvPr>
            <p:ph idx="1"/>
          </p:nvPr>
        </p:nvSpPr>
        <p:spPr>
          <a:xfrm>
            <a:off x="838200" y="1633491"/>
            <a:ext cx="10752438" cy="5131294"/>
          </a:xfrm>
        </p:spPr>
        <p:txBody>
          <a:bodyPr>
            <a:normAutofit/>
          </a:bodyPr>
          <a:lstStyle/>
          <a:p>
            <a:pPr marL="0" indent="0">
              <a:buNone/>
            </a:pPr>
            <a:r>
              <a:rPr lang="en-US" sz="2400" b="1" dirty="0"/>
              <a:t>How to Test Linearity</a:t>
            </a:r>
            <a:r>
              <a:rPr lang="en-US" sz="2400" dirty="0"/>
              <a:t>: Plot the residuals vs. predicted using a scatter plot, look for a random distribution (no patterns).</a:t>
            </a:r>
          </a:p>
        </p:txBody>
      </p:sp>
      <p:pic>
        <p:nvPicPr>
          <p:cNvPr id="7170" name="Picture 2" descr="A Basic Guide to Testing the Assumptions of Linear Regression in R">
            <a:extLst>
              <a:ext uri="{FF2B5EF4-FFF2-40B4-BE49-F238E27FC236}">
                <a16:creationId xmlns:a16="http://schemas.microsoft.com/office/drawing/2014/main" id="{AF89B1EB-4AD3-6E64-5A9B-9A00BD5EF2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3882" y="2207220"/>
            <a:ext cx="4633295" cy="304964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A Basic Guide to Testing the Assumptions of Linear Regression in R">
            <a:extLst>
              <a:ext uri="{FF2B5EF4-FFF2-40B4-BE49-F238E27FC236}">
                <a16:creationId xmlns:a16="http://schemas.microsoft.com/office/drawing/2014/main" id="{B620BAD4-C68B-A239-E964-52B8908CD0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964" y="2364714"/>
            <a:ext cx="4876800" cy="27717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550F4B6-EF46-BA8E-B021-A9DD446047EA}"/>
              </a:ext>
            </a:extLst>
          </p:cNvPr>
          <p:cNvSpPr txBox="1"/>
          <p:nvPr/>
        </p:nvSpPr>
        <p:spPr>
          <a:xfrm>
            <a:off x="488092" y="5256869"/>
            <a:ext cx="11452654" cy="1569660"/>
          </a:xfrm>
          <a:prstGeom prst="rect">
            <a:avLst/>
          </a:prstGeom>
          <a:noFill/>
        </p:spPr>
        <p:txBody>
          <a:bodyPr wrap="square">
            <a:spAutoFit/>
          </a:bodyPr>
          <a:lstStyle/>
          <a:p>
            <a:r>
              <a:rPr lang="en-US" sz="2400" dirty="0"/>
              <a:t>To check if the relationship between the independent variable (Size) and the dependent variable (Price) is linear, we plot the residuals against the fitted values and look for patterns in the residuals, a random scatter indicates a linear relationship while curves or trends suggest a non-linear relationship.</a:t>
            </a:r>
          </a:p>
        </p:txBody>
      </p:sp>
    </p:spTree>
    <p:extLst>
      <p:ext uri="{BB962C8B-B14F-4D97-AF65-F5344CB8AC3E}">
        <p14:creationId xmlns:p14="http://schemas.microsoft.com/office/powerpoint/2010/main" val="1270641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46215-163A-44DA-3525-DE4C24E598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A07860-FC48-0655-7561-C5DEB28A03C8}"/>
              </a:ext>
            </a:extLst>
          </p:cNvPr>
          <p:cNvSpPr>
            <a:spLocks noGrp="1"/>
          </p:cNvSpPr>
          <p:nvPr>
            <p:ph type="title"/>
          </p:nvPr>
        </p:nvSpPr>
        <p:spPr/>
        <p:txBody>
          <a:bodyPr>
            <a:normAutofit/>
          </a:bodyPr>
          <a:lstStyle/>
          <a:p>
            <a:r>
              <a:rPr lang="en-US" dirty="0"/>
              <a:t>Assumptions of Linear Regression</a:t>
            </a:r>
            <a:endParaRPr lang="en-US" sz="2800" dirty="0"/>
          </a:p>
        </p:txBody>
      </p:sp>
      <p:sp>
        <p:nvSpPr>
          <p:cNvPr id="3" name="Content Placeholder 2">
            <a:extLst>
              <a:ext uri="{FF2B5EF4-FFF2-40B4-BE49-F238E27FC236}">
                <a16:creationId xmlns:a16="http://schemas.microsoft.com/office/drawing/2014/main" id="{D33E66F3-8397-4994-28A4-1DCE141C618C}"/>
              </a:ext>
            </a:extLst>
          </p:cNvPr>
          <p:cNvSpPr>
            <a:spLocks noGrp="1"/>
          </p:cNvSpPr>
          <p:nvPr>
            <p:ph idx="1"/>
          </p:nvPr>
        </p:nvSpPr>
        <p:spPr/>
        <p:txBody>
          <a:bodyPr>
            <a:normAutofit fontScale="92500" lnSpcReduction="10000"/>
          </a:bodyPr>
          <a:lstStyle/>
          <a:p>
            <a:pPr marL="0" indent="0">
              <a:buNone/>
            </a:pPr>
            <a:r>
              <a:rPr lang="en-US" b="1" dirty="0"/>
              <a:t>2. Independence</a:t>
            </a:r>
          </a:p>
          <a:p>
            <a:r>
              <a:rPr lang="en-US" dirty="0"/>
              <a:t>Observations should be independent of each other. </a:t>
            </a:r>
          </a:p>
          <a:p>
            <a:r>
              <a:rPr lang="en-US" dirty="0"/>
              <a:t>This means that the residuals (errors) should not be correlated across observations. </a:t>
            </a:r>
          </a:p>
          <a:p>
            <a:r>
              <a:rPr lang="en-US" dirty="0"/>
              <a:t>This assumption is important for the validity of standard statistical tests.</a:t>
            </a:r>
          </a:p>
          <a:p>
            <a:pPr marL="0" indent="0">
              <a:buNone/>
            </a:pPr>
            <a:r>
              <a:rPr lang="en-US" b="1" dirty="0"/>
              <a:t>Example: </a:t>
            </a:r>
            <a:r>
              <a:rPr lang="en-US" dirty="0"/>
              <a:t>In a study measuring the effect of a new drug on blood pressure, each patient's measurement should be independent. If measurements from the same patient at different times are used, they are not independent.</a:t>
            </a:r>
          </a:p>
          <a:p>
            <a:pPr marL="0" indent="0">
              <a:buNone/>
            </a:pPr>
            <a:r>
              <a:rPr lang="en-US" b="1" dirty="0"/>
              <a:t>How to Test</a:t>
            </a:r>
            <a:r>
              <a:rPr lang="en-US" dirty="0"/>
              <a:t>: Use the Durbin-Watson test to check for autocorrelation in residuals, particularly for time-series data. </a:t>
            </a:r>
          </a:p>
          <a:p>
            <a:pPr marL="0" indent="0">
              <a:buNone/>
            </a:pPr>
            <a:r>
              <a:rPr lang="en-US" dirty="0"/>
              <a:t>This test calculates a test statistic (range 0-4). A value around 2 indicates no autocorrelation, values &lt;2 suggest positive autocorrelation, and &gt;2 indicate negative autocorrelation.</a:t>
            </a:r>
          </a:p>
        </p:txBody>
      </p:sp>
    </p:spTree>
    <p:extLst>
      <p:ext uri="{BB962C8B-B14F-4D97-AF65-F5344CB8AC3E}">
        <p14:creationId xmlns:p14="http://schemas.microsoft.com/office/powerpoint/2010/main" val="41148961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26F4E-5B57-8CFB-F8DC-DF550140A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D01319-53D6-1634-C53E-BE011F4A8684}"/>
              </a:ext>
            </a:extLst>
          </p:cNvPr>
          <p:cNvSpPr>
            <a:spLocks noGrp="1"/>
          </p:cNvSpPr>
          <p:nvPr>
            <p:ph type="title"/>
          </p:nvPr>
        </p:nvSpPr>
        <p:spPr/>
        <p:txBody>
          <a:bodyPr>
            <a:normAutofit/>
          </a:bodyPr>
          <a:lstStyle/>
          <a:p>
            <a:r>
              <a:rPr lang="en-US" dirty="0"/>
              <a:t>Assumptions of Linear Regression</a:t>
            </a:r>
            <a:endParaRPr lang="en-US" sz="2800" dirty="0"/>
          </a:p>
        </p:txBody>
      </p:sp>
      <p:sp>
        <p:nvSpPr>
          <p:cNvPr id="3" name="Content Placeholder 2">
            <a:extLst>
              <a:ext uri="{FF2B5EF4-FFF2-40B4-BE49-F238E27FC236}">
                <a16:creationId xmlns:a16="http://schemas.microsoft.com/office/drawing/2014/main" id="{978883A7-D876-AEF2-76C8-90BFC8E97077}"/>
              </a:ext>
            </a:extLst>
          </p:cNvPr>
          <p:cNvSpPr>
            <a:spLocks noGrp="1"/>
          </p:cNvSpPr>
          <p:nvPr>
            <p:ph idx="1"/>
          </p:nvPr>
        </p:nvSpPr>
        <p:spPr/>
        <p:txBody>
          <a:bodyPr>
            <a:normAutofit/>
          </a:bodyPr>
          <a:lstStyle/>
          <a:p>
            <a:pPr marL="0" indent="0">
              <a:buNone/>
            </a:pPr>
            <a:r>
              <a:rPr lang="en-US" b="1" dirty="0"/>
              <a:t>3. Homoscedasticity</a:t>
            </a:r>
          </a:p>
          <a:p>
            <a:r>
              <a:rPr lang="en-US" dirty="0"/>
              <a:t>The variance of the error terms (residuals) should be constant across all levels of the independent variables. </a:t>
            </a:r>
          </a:p>
          <a:p>
            <a:r>
              <a:rPr lang="en-US" dirty="0"/>
              <a:t>If this assumption is violated, it indicates heteroscedasticity, meaning the spread of residuals varies at different levels of the independent variables.</a:t>
            </a:r>
          </a:p>
          <a:p>
            <a:pPr marL="0" indent="0">
              <a:buNone/>
            </a:pPr>
            <a:r>
              <a:rPr lang="en-US" b="1" dirty="0"/>
              <a:t>Example: </a:t>
            </a:r>
            <a:r>
              <a:rPr lang="en-US" dirty="0"/>
              <a:t>When plotting residuals against fitted values in a regression analysis of apartment prices against apartment size, the spread of residuals should be roughly constant. If residuals spread out more as apartment size increases, this indicates heteroscedasticity.</a:t>
            </a:r>
          </a:p>
        </p:txBody>
      </p:sp>
    </p:spTree>
    <p:extLst>
      <p:ext uri="{BB962C8B-B14F-4D97-AF65-F5344CB8AC3E}">
        <p14:creationId xmlns:p14="http://schemas.microsoft.com/office/powerpoint/2010/main" val="3794385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7C746-5913-7DD4-D696-080925D202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8D303-3EA8-439E-E0D9-A46A751E01C3}"/>
              </a:ext>
            </a:extLst>
          </p:cNvPr>
          <p:cNvSpPr>
            <a:spLocks noGrp="1"/>
          </p:cNvSpPr>
          <p:nvPr>
            <p:ph type="title"/>
          </p:nvPr>
        </p:nvSpPr>
        <p:spPr/>
        <p:txBody>
          <a:bodyPr>
            <a:normAutofit/>
          </a:bodyPr>
          <a:lstStyle/>
          <a:p>
            <a:r>
              <a:rPr lang="en-US" dirty="0"/>
              <a:t>Assumptions of Linear Regression</a:t>
            </a:r>
            <a:endParaRPr lang="en-US" sz="2800" dirty="0"/>
          </a:p>
        </p:txBody>
      </p:sp>
      <p:sp>
        <p:nvSpPr>
          <p:cNvPr id="3" name="Content Placeholder 2">
            <a:extLst>
              <a:ext uri="{FF2B5EF4-FFF2-40B4-BE49-F238E27FC236}">
                <a16:creationId xmlns:a16="http://schemas.microsoft.com/office/drawing/2014/main" id="{6719E367-A4FE-AE2B-34B1-1DA0024C6A20}"/>
              </a:ext>
            </a:extLst>
          </p:cNvPr>
          <p:cNvSpPr>
            <a:spLocks noGrp="1"/>
          </p:cNvSpPr>
          <p:nvPr>
            <p:ph idx="1"/>
          </p:nvPr>
        </p:nvSpPr>
        <p:spPr>
          <a:xfrm>
            <a:off x="838200" y="1706007"/>
            <a:ext cx="10515600" cy="988207"/>
          </a:xfrm>
        </p:spPr>
        <p:txBody>
          <a:bodyPr>
            <a:normAutofit fontScale="92500" lnSpcReduction="20000"/>
          </a:bodyPr>
          <a:lstStyle/>
          <a:p>
            <a:r>
              <a:rPr lang="en-US" b="1" dirty="0"/>
              <a:t>How to Test Homoscedasticity</a:t>
            </a:r>
            <a:r>
              <a:rPr lang="en-US" dirty="0"/>
              <a:t> : Plot residuals vs. predicted values. The spread of residuals variance should be consistent (no funnel-shaped patterns).</a:t>
            </a:r>
          </a:p>
        </p:txBody>
      </p:sp>
      <p:pic>
        <p:nvPicPr>
          <p:cNvPr id="6146" name="Picture 2">
            <a:extLst>
              <a:ext uri="{FF2B5EF4-FFF2-40B4-BE49-F238E27FC236}">
                <a16:creationId xmlns:a16="http://schemas.microsoft.com/office/drawing/2014/main" id="{F4194E29-81D9-5FD3-B646-EAFBE7BE72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2250" y="2694214"/>
            <a:ext cx="6667500" cy="36861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F515063-BD6D-C410-EFAB-3F7B9F68EE08}"/>
              </a:ext>
            </a:extLst>
          </p:cNvPr>
          <p:cNvSpPr txBox="1"/>
          <p:nvPr/>
        </p:nvSpPr>
        <p:spPr>
          <a:xfrm>
            <a:off x="3348681" y="3159201"/>
            <a:ext cx="2747319" cy="523220"/>
          </a:xfrm>
          <a:prstGeom prst="rect">
            <a:avLst/>
          </a:prstGeom>
          <a:noFill/>
        </p:spPr>
        <p:txBody>
          <a:bodyPr wrap="square" rtlCol="0">
            <a:spAutoFit/>
          </a:bodyPr>
          <a:lstStyle/>
          <a:p>
            <a:pPr algn="ctr"/>
            <a:r>
              <a:rPr lang="en-US" sz="1400" b="1" dirty="0">
                <a:solidFill>
                  <a:srgbClr val="00B050"/>
                </a:solidFill>
              </a:rPr>
              <a:t>Good Residual Spead</a:t>
            </a:r>
          </a:p>
          <a:p>
            <a:pPr algn="ctr"/>
            <a:r>
              <a:rPr lang="en-US" sz="1400" b="1" dirty="0">
                <a:solidFill>
                  <a:srgbClr val="00B050"/>
                </a:solidFill>
              </a:rPr>
              <a:t>Good Linear Relation</a:t>
            </a:r>
          </a:p>
        </p:txBody>
      </p:sp>
      <p:sp>
        <p:nvSpPr>
          <p:cNvPr id="5" name="TextBox 4">
            <a:extLst>
              <a:ext uri="{FF2B5EF4-FFF2-40B4-BE49-F238E27FC236}">
                <a16:creationId xmlns:a16="http://schemas.microsoft.com/office/drawing/2014/main" id="{A5557003-D8AA-7EB9-C0DD-429D4F375697}"/>
              </a:ext>
            </a:extLst>
          </p:cNvPr>
          <p:cNvSpPr txBox="1"/>
          <p:nvPr/>
        </p:nvSpPr>
        <p:spPr>
          <a:xfrm>
            <a:off x="6806513" y="3159201"/>
            <a:ext cx="2747319" cy="523220"/>
          </a:xfrm>
          <a:prstGeom prst="rect">
            <a:avLst/>
          </a:prstGeom>
          <a:noFill/>
        </p:spPr>
        <p:txBody>
          <a:bodyPr wrap="square" rtlCol="0">
            <a:spAutoFit/>
          </a:bodyPr>
          <a:lstStyle/>
          <a:p>
            <a:pPr algn="ctr"/>
            <a:r>
              <a:rPr lang="en-US" sz="1400" b="1" dirty="0">
                <a:solidFill>
                  <a:srgbClr val="FF0000"/>
                </a:solidFill>
              </a:rPr>
              <a:t>Not a Good Residual Spead</a:t>
            </a:r>
          </a:p>
          <a:p>
            <a:pPr algn="ctr"/>
            <a:r>
              <a:rPr lang="en-US" sz="1400" b="1" dirty="0">
                <a:solidFill>
                  <a:srgbClr val="FF0000"/>
                </a:solidFill>
              </a:rPr>
              <a:t>Not a Good Linear Relation</a:t>
            </a:r>
          </a:p>
        </p:txBody>
      </p:sp>
      <p:sp>
        <p:nvSpPr>
          <p:cNvPr id="6" name="TextBox 5">
            <a:extLst>
              <a:ext uri="{FF2B5EF4-FFF2-40B4-BE49-F238E27FC236}">
                <a16:creationId xmlns:a16="http://schemas.microsoft.com/office/drawing/2014/main" id="{559CF57F-C62E-C886-D48D-6CDC63067485}"/>
              </a:ext>
            </a:extLst>
          </p:cNvPr>
          <p:cNvSpPr txBox="1"/>
          <p:nvPr/>
        </p:nvSpPr>
        <p:spPr>
          <a:xfrm>
            <a:off x="6806513" y="6334780"/>
            <a:ext cx="2747319" cy="430887"/>
          </a:xfrm>
          <a:prstGeom prst="rect">
            <a:avLst/>
          </a:prstGeom>
          <a:noFill/>
        </p:spPr>
        <p:txBody>
          <a:bodyPr wrap="square" rtlCol="0">
            <a:spAutoFit/>
          </a:bodyPr>
          <a:lstStyle/>
          <a:p>
            <a:pPr algn="ctr"/>
            <a:r>
              <a:rPr lang="en-US" sz="1100" b="1" dirty="0">
                <a:solidFill>
                  <a:srgbClr val="FF0000"/>
                </a:solidFill>
              </a:rPr>
              <a:t>Funnel shape note good</a:t>
            </a:r>
          </a:p>
          <a:p>
            <a:pPr algn="ctr"/>
            <a:r>
              <a:rPr lang="ar-JO" sz="1100" b="1" dirty="0">
                <a:solidFill>
                  <a:srgbClr val="FF0000"/>
                </a:solidFill>
              </a:rPr>
              <a:t>الشكل مثل القمع يبين بأن العلاقة الخطية غير مناسبة</a:t>
            </a:r>
            <a:endParaRPr lang="en-US" sz="1100" b="1" dirty="0">
              <a:solidFill>
                <a:srgbClr val="FF0000"/>
              </a:solidFill>
            </a:endParaRPr>
          </a:p>
        </p:txBody>
      </p:sp>
      <p:cxnSp>
        <p:nvCxnSpPr>
          <p:cNvPr id="8" name="Straight Connector 7">
            <a:extLst>
              <a:ext uri="{FF2B5EF4-FFF2-40B4-BE49-F238E27FC236}">
                <a16:creationId xmlns:a16="http://schemas.microsoft.com/office/drawing/2014/main" id="{4A97370D-31EF-394B-F767-9A08522EB1E5}"/>
              </a:ext>
            </a:extLst>
          </p:cNvPr>
          <p:cNvCxnSpPr/>
          <p:nvPr/>
        </p:nvCxnSpPr>
        <p:spPr>
          <a:xfrm flipV="1">
            <a:off x="7123670" y="3682421"/>
            <a:ext cx="1995616" cy="500449"/>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BD16B3F3-9374-59F3-6537-195E5AEF9516}"/>
              </a:ext>
            </a:extLst>
          </p:cNvPr>
          <p:cNvCxnSpPr>
            <a:cxnSpLocks/>
          </p:cNvCxnSpPr>
          <p:nvPr/>
        </p:nvCxnSpPr>
        <p:spPr>
          <a:xfrm>
            <a:off x="7123670" y="4537301"/>
            <a:ext cx="2193325" cy="698716"/>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BA2262DA-30DB-98A8-87D2-601E9D6AEC41}"/>
              </a:ext>
            </a:extLst>
          </p:cNvPr>
          <p:cNvCxnSpPr>
            <a:cxnSpLocks/>
          </p:cNvCxnSpPr>
          <p:nvPr/>
        </p:nvCxnSpPr>
        <p:spPr>
          <a:xfrm>
            <a:off x="3600964" y="3817408"/>
            <a:ext cx="2242752"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FB2137F5-7735-BC74-E5E9-A63E873517C6}"/>
              </a:ext>
            </a:extLst>
          </p:cNvPr>
          <p:cNvCxnSpPr>
            <a:cxnSpLocks/>
          </p:cNvCxnSpPr>
          <p:nvPr/>
        </p:nvCxnSpPr>
        <p:spPr>
          <a:xfrm>
            <a:off x="3600964" y="4859056"/>
            <a:ext cx="2242752" cy="0"/>
          </a:xfrm>
          <a:prstGeom prst="line">
            <a:avLst/>
          </a:prstGeom>
          <a:ln w="38100">
            <a:solidFill>
              <a:srgbClr val="FF0000"/>
            </a:solidFill>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DAFD7A4F-1FAB-46FF-F89A-D08B38B34A73}"/>
              </a:ext>
            </a:extLst>
          </p:cNvPr>
          <p:cNvSpPr txBox="1"/>
          <p:nvPr/>
        </p:nvSpPr>
        <p:spPr>
          <a:xfrm>
            <a:off x="3508803" y="6357585"/>
            <a:ext cx="2747319" cy="430887"/>
          </a:xfrm>
          <a:prstGeom prst="rect">
            <a:avLst/>
          </a:prstGeom>
          <a:noFill/>
        </p:spPr>
        <p:txBody>
          <a:bodyPr wrap="square" rtlCol="0">
            <a:spAutoFit/>
          </a:bodyPr>
          <a:lstStyle/>
          <a:p>
            <a:pPr algn="ctr"/>
            <a:r>
              <a:rPr lang="ar-JO" sz="1100" b="1" dirty="0">
                <a:solidFill>
                  <a:srgbClr val="00B050"/>
                </a:solidFill>
              </a:rPr>
              <a:t>التوزيع العشوائي للنقاط حول الصفر على طول المدى هو التوزيع الأفضل الذي يبين أن الموديل الخطي مناسب</a:t>
            </a:r>
            <a:endParaRPr lang="en-US" sz="1100" b="1" dirty="0">
              <a:solidFill>
                <a:srgbClr val="00B050"/>
              </a:solidFill>
            </a:endParaRPr>
          </a:p>
        </p:txBody>
      </p:sp>
      <p:cxnSp>
        <p:nvCxnSpPr>
          <p:cNvPr id="15" name="Straight Connector 14">
            <a:extLst>
              <a:ext uri="{FF2B5EF4-FFF2-40B4-BE49-F238E27FC236}">
                <a16:creationId xmlns:a16="http://schemas.microsoft.com/office/drawing/2014/main" id="{B822D6D1-99EB-AC5A-D135-A9A5E2C4BB32}"/>
              </a:ext>
            </a:extLst>
          </p:cNvPr>
          <p:cNvCxnSpPr>
            <a:cxnSpLocks/>
          </p:cNvCxnSpPr>
          <p:nvPr/>
        </p:nvCxnSpPr>
        <p:spPr>
          <a:xfrm>
            <a:off x="3613320" y="4359046"/>
            <a:ext cx="2242752" cy="0"/>
          </a:xfrm>
          <a:prstGeom prst="line">
            <a:avLst/>
          </a:prstGeom>
          <a:ln w="38100">
            <a:solidFill>
              <a:schemeClr val="bg1">
                <a:lumMod val="75000"/>
              </a:schemeClr>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99972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89152-7E14-E2FC-7B36-B8A019759F6D}"/>
              </a:ext>
            </a:extLst>
          </p:cNvPr>
          <p:cNvSpPr>
            <a:spLocks noGrp="1"/>
          </p:cNvSpPr>
          <p:nvPr>
            <p:ph type="title"/>
          </p:nvPr>
        </p:nvSpPr>
        <p:spPr/>
        <p:txBody>
          <a:bodyPr/>
          <a:lstStyle/>
          <a:p>
            <a:r>
              <a:rPr lang="en-US" dirty="0"/>
              <a:t>Assumptions of Linear Regression</a:t>
            </a:r>
          </a:p>
        </p:txBody>
      </p:sp>
      <p:sp>
        <p:nvSpPr>
          <p:cNvPr id="3" name="Content Placeholder 2">
            <a:extLst>
              <a:ext uri="{FF2B5EF4-FFF2-40B4-BE49-F238E27FC236}">
                <a16:creationId xmlns:a16="http://schemas.microsoft.com/office/drawing/2014/main" id="{A65C5F38-2118-DD61-42D4-371CCEDADFFD}"/>
              </a:ext>
            </a:extLst>
          </p:cNvPr>
          <p:cNvSpPr>
            <a:spLocks noGrp="1"/>
          </p:cNvSpPr>
          <p:nvPr>
            <p:ph idx="1"/>
          </p:nvPr>
        </p:nvSpPr>
        <p:spPr/>
        <p:txBody>
          <a:bodyPr>
            <a:normAutofit/>
          </a:bodyPr>
          <a:lstStyle/>
          <a:p>
            <a:pPr marL="0" indent="0">
              <a:buNone/>
            </a:pPr>
            <a:r>
              <a:rPr lang="en-US" sz="2000" b="1" dirty="0"/>
              <a:t>4. Normal Distribution of Errors</a:t>
            </a:r>
          </a:p>
          <a:p>
            <a:r>
              <a:rPr lang="en-US" sz="2000" dirty="0"/>
              <a:t>The error terms should be normally distributed. This assumption is especially important for small sample sizes because it affects the validity of confidence intervals and hypothesis tests.</a:t>
            </a:r>
          </a:p>
          <a:p>
            <a:r>
              <a:rPr lang="en-US" sz="2000" dirty="0"/>
              <a:t>Example: After fitting a regression model predicting apartment price based on apartment size, plotting a histogram or a Q-Q plot of the residuals should show that they follow a normal distribution.</a:t>
            </a:r>
          </a:p>
          <a:p>
            <a:pPr marL="0" indent="0">
              <a:buNone/>
            </a:pPr>
            <a:endParaRPr lang="en-US" sz="2000" dirty="0"/>
          </a:p>
        </p:txBody>
      </p:sp>
      <p:graphicFrame>
        <p:nvGraphicFramePr>
          <p:cNvPr id="8" name="Table 7">
            <a:extLst>
              <a:ext uri="{FF2B5EF4-FFF2-40B4-BE49-F238E27FC236}">
                <a16:creationId xmlns:a16="http://schemas.microsoft.com/office/drawing/2014/main" id="{CC8499AA-D51B-F138-9281-A3831B8EEE55}"/>
              </a:ext>
            </a:extLst>
          </p:cNvPr>
          <p:cNvGraphicFramePr>
            <a:graphicFrameLocks noGrp="1"/>
          </p:cNvGraphicFramePr>
          <p:nvPr/>
        </p:nvGraphicFramePr>
        <p:xfrm>
          <a:off x="990598" y="3955452"/>
          <a:ext cx="5246915" cy="2624961"/>
        </p:xfrm>
        <a:graphic>
          <a:graphicData uri="http://schemas.openxmlformats.org/drawingml/2006/table">
            <a:tbl>
              <a:tblPr>
                <a:tableStyleId>{5C22544A-7EE6-4342-B048-85BDC9FD1C3A}</a:tableStyleId>
              </a:tblPr>
              <a:tblGrid>
                <a:gridCol w="1088926">
                  <a:extLst>
                    <a:ext uri="{9D8B030D-6E8A-4147-A177-3AD203B41FA5}">
                      <a16:colId xmlns:a16="http://schemas.microsoft.com/office/drawing/2014/main" val="1908248969"/>
                    </a:ext>
                  </a:extLst>
                </a:gridCol>
                <a:gridCol w="1440098">
                  <a:extLst>
                    <a:ext uri="{9D8B030D-6E8A-4147-A177-3AD203B41FA5}">
                      <a16:colId xmlns:a16="http://schemas.microsoft.com/office/drawing/2014/main" val="866234852"/>
                    </a:ext>
                  </a:extLst>
                </a:gridCol>
                <a:gridCol w="672833">
                  <a:extLst>
                    <a:ext uri="{9D8B030D-6E8A-4147-A177-3AD203B41FA5}">
                      <a16:colId xmlns:a16="http://schemas.microsoft.com/office/drawing/2014/main" val="49144738"/>
                    </a:ext>
                  </a:extLst>
                </a:gridCol>
                <a:gridCol w="814481">
                  <a:extLst>
                    <a:ext uri="{9D8B030D-6E8A-4147-A177-3AD203B41FA5}">
                      <a16:colId xmlns:a16="http://schemas.microsoft.com/office/drawing/2014/main" val="637350482"/>
                    </a:ext>
                  </a:extLst>
                </a:gridCol>
                <a:gridCol w="1230577">
                  <a:extLst>
                    <a:ext uri="{9D8B030D-6E8A-4147-A177-3AD203B41FA5}">
                      <a16:colId xmlns:a16="http://schemas.microsoft.com/office/drawing/2014/main" val="719140480"/>
                    </a:ext>
                  </a:extLst>
                </a:gridCol>
              </a:tblGrid>
              <a:tr h="237553">
                <a:tc>
                  <a:txBody>
                    <a:bodyPr/>
                    <a:lstStyle/>
                    <a:p>
                      <a:pPr algn="ctr" fontAlgn="b"/>
                      <a:r>
                        <a:rPr lang="en-US" sz="1100" u="none" strike="noStrike">
                          <a:effectLst/>
                        </a:rPr>
                        <a:t>Residuals</a:t>
                      </a:r>
                      <a:endParaRPr lang="en-US" sz="1100" b="1" i="1" u="none" strike="noStrike">
                        <a:solidFill>
                          <a:srgbClr val="FFFFFF"/>
                        </a:solidFill>
                        <a:effectLst/>
                        <a:latin typeface="Calibri" panose="020F0502020204030204" pitchFamily="34" charset="0"/>
                      </a:endParaRPr>
                    </a:p>
                  </a:txBody>
                  <a:tcPr marL="9525" marR="9525" marT="9525" marB="0" anchor="b"/>
                </a:tc>
                <a:tc>
                  <a:txBody>
                    <a:bodyPr/>
                    <a:lstStyle/>
                    <a:p>
                      <a:pPr algn="ctr" fontAlgn="b"/>
                      <a:r>
                        <a:rPr lang="en-US" sz="1100" u="none" strike="noStrike">
                          <a:effectLst/>
                        </a:rPr>
                        <a:t>Standard Residuals</a:t>
                      </a:r>
                      <a:endParaRPr lang="en-US" sz="1100" b="1" i="1" u="none" strike="noStrike">
                        <a:solidFill>
                          <a:srgbClr val="FFFFFF"/>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Rank</a:t>
                      </a:r>
                      <a:endParaRPr lang="en-US" sz="1100" b="1" i="0" u="none" strike="noStrike">
                        <a:solidFill>
                          <a:srgbClr val="FFFFFF"/>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Percentiles</a:t>
                      </a:r>
                      <a:endParaRPr lang="en-US" sz="1100" b="1" i="0" u="none" strike="noStrike">
                        <a:solidFill>
                          <a:srgbClr val="FFFFFF"/>
                        </a:solidFill>
                        <a:effectLst/>
                        <a:latin typeface="Calibri" panose="020F0502020204030204" pitchFamily="34" charset="0"/>
                      </a:endParaRPr>
                    </a:p>
                  </a:txBody>
                  <a:tcPr marL="9525" marR="9525" marT="9525" marB="0" anchor="b"/>
                </a:tc>
                <a:tc>
                  <a:txBody>
                    <a:bodyPr/>
                    <a:lstStyle/>
                    <a:p>
                      <a:pPr algn="l" fontAlgn="b"/>
                      <a:r>
                        <a:rPr lang="en-US" sz="1100" u="none" strike="noStrike">
                          <a:effectLst/>
                        </a:rPr>
                        <a:t>Theoritical Residuals</a:t>
                      </a:r>
                      <a:endParaRPr lang="en-US" sz="1100" b="1" i="0" u="none" strike="noStrike">
                        <a:solidFill>
                          <a:srgbClr val="FFFFFF"/>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16477142"/>
                  </a:ext>
                </a:extLst>
              </a:tr>
              <a:tr h="237553">
                <a:tc>
                  <a:txBody>
                    <a:bodyPr/>
                    <a:lstStyle/>
                    <a:p>
                      <a:pPr algn="r" fontAlgn="b"/>
                      <a:r>
                        <a:rPr lang="en-US" sz="1100" u="none" strike="noStrike">
                          <a:effectLst/>
                        </a:rPr>
                        <a:t>-32.890625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-1.425656831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0.05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-1.644853627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67946646"/>
                  </a:ext>
                </a:extLst>
              </a:tr>
              <a:tr h="237553">
                <a:tc>
                  <a:txBody>
                    <a:bodyPr/>
                    <a:lstStyle/>
                    <a:p>
                      <a:pPr algn="r" fontAlgn="b"/>
                      <a:r>
                        <a:rPr lang="en-US" sz="1100" u="none" strike="noStrike">
                          <a:effectLst/>
                        </a:rPr>
                        <a:t>-30.78125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-1.334225158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2</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0.15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-1.036433389</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41464077"/>
                  </a:ext>
                </a:extLst>
              </a:tr>
              <a:tr h="237553">
                <a:tc>
                  <a:txBody>
                    <a:bodyPr/>
                    <a:lstStyle/>
                    <a:p>
                      <a:pPr algn="r" fontAlgn="b"/>
                      <a:r>
                        <a:rPr lang="en-US" sz="1100" u="none" strike="noStrike">
                          <a:effectLst/>
                        </a:rPr>
                        <a:t>-13.59375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-0.589226339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3</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0.25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-0.67448975</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812898134"/>
                  </a:ext>
                </a:extLst>
              </a:tr>
              <a:tr h="237553">
                <a:tc>
                  <a:txBody>
                    <a:bodyPr/>
                    <a:lstStyle/>
                    <a:p>
                      <a:pPr algn="r" fontAlgn="b"/>
                      <a:r>
                        <a:rPr lang="en-US" sz="1100" u="none" strike="noStrike">
                          <a:effectLst/>
                        </a:rPr>
                        <a:t>-6.484375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-0.281067736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4</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0.35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-0.385320466</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86057859"/>
                  </a:ext>
                </a:extLst>
              </a:tr>
              <a:tr h="237553">
                <a:tc>
                  <a:txBody>
                    <a:bodyPr/>
                    <a:lstStyle/>
                    <a:p>
                      <a:pPr algn="r" fontAlgn="b"/>
                      <a:r>
                        <a:rPr lang="en-US" sz="1100" u="none" strike="noStrike">
                          <a:effectLst/>
                        </a:rPr>
                        <a:t>-3.671875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-0.159158839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0.45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-0.125661347</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03539574"/>
                  </a:ext>
                </a:extLst>
              </a:tr>
              <a:tr h="237553">
                <a:tc>
                  <a:txBody>
                    <a:bodyPr/>
                    <a:lstStyle/>
                    <a:p>
                      <a:pPr algn="r" fontAlgn="b"/>
                      <a:r>
                        <a:rPr lang="en-US" sz="1100" u="none" strike="noStrike">
                          <a:effectLst/>
                        </a:rPr>
                        <a:t>-0.859375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-0.037249941</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6</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0.55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0.125661347</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991340816"/>
                  </a:ext>
                </a:extLst>
              </a:tr>
              <a:tr h="237553">
                <a:tc>
                  <a:txBody>
                    <a:bodyPr/>
                    <a:lstStyle/>
                    <a:p>
                      <a:pPr algn="r" fontAlgn="b"/>
                      <a:r>
                        <a:rPr lang="en-US" sz="1100" u="none" strike="noStrike">
                          <a:effectLst/>
                        </a:rPr>
                        <a:t>7.734375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0.335249469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0.65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0.385320466</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35198046"/>
                  </a:ext>
                </a:extLst>
              </a:tr>
              <a:tr h="237553">
                <a:tc>
                  <a:txBody>
                    <a:bodyPr/>
                    <a:lstStyle/>
                    <a:p>
                      <a:pPr algn="r" fontAlgn="b"/>
                      <a:r>
                        <a:rPr lang="en-US" sz="1100" u="none" strike="noStrike">
                          <a:effectLst/>
                        </a:rPr>
                        <a:t>14.921875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0.646794429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8</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0.67448975</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15224401"/>
                  </a:ext>
                </a:extLst>
              </a:tr>
              <a:tr h="237553">
                <a:tc>
                  <a:txBody>
                    <a:bodyPr/>
                    <a:lstStyle/>
                    <a:p>
                      <a:pPr algn="r" fontAlgn="b"/>
                      <a:r>
                        <a:rPr lang="en-US" sz="1100" u="none" strike="noStrike">
                          <a:effectLst/>
                        </a:rPr>
                        <a:t>26.328125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1.141202737</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0.85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1.036433389</a:t>
                      </a:r>
                      <a:endParaRPr lang="en-US"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779231172"/>
                  </a:ext>
                </a:extLst>
              </a:tr>
              <a:tr h="249431">
                <a:tc>
                  <a:txBody>
                    <a:bodyPr/>
                    <a:lstStyle/>
                    <a:p>
                      <a:pPr algn="r" fontAlgn="b"/>
                      <a:r>
                        <a:rPr lang="en-US" sz="1100" u="none" strike="noStrike">
                          <a:effectLst/>
                        </a:rPr>
                        <a:t>39.296875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1.703338209</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10</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a:effectLst/>
                        </a:rPr>
                        <a:t>0.95</a:t>
                      </a:r>
                      <a:endParaRPr lang="en-US"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US" sz="1100" u="none" strike="noStrike" dirty="0">
                          <a:effectLst/>
                        </a:rPr>
                        <a:t>1.644853627</a:t>
                      </a:r>
                      <a:endParaRPr lang="en-US"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19668783"/>
                  </a:ext>
                </a:extLst>
              </a:tr>
            </a:tbl>
          </a:graphicData>
        </a:graphic>
      </p:graphicFrame>
      <p:graphicFrame>
        <p:nvGraphicFramePr>
          <p:cNvPr id="9" name="Chart 8">
            <a:extLst>
              <a:ext uri="{FF2B5EF4-FFF2-40B4-BE49-F238E27FC236}">
                <a16:creationId xmlns:a16="http://schemas.microsoft.com/office/drawing/2014/main" id="{93428C5A-F7AD-A5A5-36DD-A42B79A28E6B}"/>
              </a:ext>
            </a:extLst>
          </p:cNvPr>
          <p:cNvGraphicFramePr>
            <a:graphicFrameLocks/>
          </p:cNvGraphicFramePr>
          <p:nvPr/>
        </p:nvGraphicFramePr>
        <p:xfrm>
          <a:off x="6509656" y="3900194"/>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247717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9B8C1-9D3F-8368-B0BC-D66ED2DD6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71550-D786-7416-0371-8FF7950E8549}"/>
              </a:ext>
            </a:extLst>
          </p:cNvPr>
          <p:cNvSpPr>
            <a:spLocks noGrp="1"/>
          </p:cNvSpPr>
          <p:nvPr>
            <p:ph type="title"/>
          </p:nvPr>
        </p:nvSpPr>
        <p:spPr/>
        <p:txBody>
          <a:bodyPr/>
          <a:lstStyle/>
          <a:p>
            <a:r>
              <a:rPr lang="en-US" dirty="0"/>
              <a:t>Assumptions of Linear Regression</a:t>
            </a:r>
          </a:p>
        </p:txBody>
      </p:sp>
      <p:sp>
        <p:nvSpPr>
          <p:cNvPr id="3" name="Content Placeholder 2">
            <a:extLst>
              <a:ext uri="{FF2B5EF4-FFF2-40B4-BE49-F238E27FC236}">
                <a16:creationId xmlns:a16="http://schemas.microsoft.com/office/drawing/2014/main" id="{B5EBE5AB-A5B7-7A93-34E6-EA5080D2C2C8}"/>
              </a:ext>
            </a:extLst>
          </p:cNvPr>
          <p:cNvSpPr>
            <a:spLocks noGrp="1"/>
          </p:cNvSpPr>
          <p:nvPr>
            <p:ph idx="1"/>
          </p:nvPr>
        </p:nvSpPr>
        <p:spPr/>
        <p:txBody>
          <a:bodyPr>
            <a:normAutofit/>
          </a:bodyPr>
          <a:lstStyle/>
          <a:p>
            <a:pPr marL="0" indent="0">
              <a:buNone/>
            </a:pPr>
            <a:r>
              <a:rPr lang="en-US" sz="2400" b="1" dirty="0"/>
              <a:t>5. No Multicollinearity</a:t>
            </a:r>
          </a:p>
          <a:p>
            <a:r>
              <a:rPr lang="en-US" sz="2400" dirty="0"/>
              <a:t>Independent variables should not be too highly correlated with each other. </a:t>
            </a:r>
          </a:p>
          <a:p>
            <a:r>
              <a:rPr lang="en-US" sz="2400" dirty="0"/>
              <a:t>High correlation between predictors (multicollinearity) can inflate the variances of the coefficient estimates and make the model unstable.</a:t>
            </a:r>
          </a:p>
          <a:p>
            <a:pPr marL="0" indent="0">
              <a:buNone/>
            </a:pPr>
            <a:r>
              <a:rPr lang="en-US" sz="2400" b="1" dirty="0"/>
              <a:t>Example: </a:t>
            </a:r>
            <a:r>
              <a:rPr lang="en-US" sz="2400" dirty="0"/>
              <a:t>In a regression model predicting salary based on education level and years of experience, if education level and years of experience are highly correlated, it could cause multicollinearity issues.</a:t>
            </a:r>
          </a:p>
          <a:p>
            <a:pPr marL="0" indent="0">
              <a:buNone/>
            </a:pPr>
            <a:r>
              <a:rPr lang="en-US" sz="2400" b="1" dirty="0"/>
              <a:t>How to Test</a:t>
            </a:r>
            <a:r>
              <a:rPr lang="en-US" sz="2400" dirty="0"/>
              <a:t>: Calculate Variance Inflation Factor (VIF).</a:t>
            </a:r>
          </a:p>
          <a:p>
            <a:pPr marL="0" indent="0">
              <a:buNone/>
            </a:pPr>
            <a:r>
              <a:rPr lang="en-US" sz="2400" dirty="0"/>
              <a:t>VIF values above 10 (or sometimes 5) indicate high multicollinearity. </a:t>
            </a:r>
          </a:p>
          <a:p>
            <a:pPr marL="0" indent="0">
              <a:buNone/>
            </a:pPr>
            <a:r>
              <a:rPr lang="en-US" sz="2400" dirty="0"/>
              <a:t>A VIF &gt;10 (or sometimes &gt;5) indicates problematic multicollinearity.</a:t>
            </a:r>
          </a:p>
          <a:p>
            <a:endParaRPr lang="en-US" sz="2400" dirty="0"/>
          </a:p>
        </p:txBody>
      </p:sp>
    </p:spTree>
    <p:extLst>
      <p:ext uri="{BB962C8B-B14F-4D97-AF65-F5344CB8AC3E}">
        <p14:creationId xmlns:p14="http://schemas.microsoft.com/office/powerpoint/2010/main" val="37012067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30DB0B4DCD4994BA0B53B90F48248FB" ma:contentTypeVersion="17" ma:contentTypeDescription="Create a new document." ma:contentTypeScope="" ma:versionID="89b596077de0219f935a6ab711f2d0ee">
  <xsd:schema xmlns:xsd="http://www.w3.org/2001/XMLSchema" xmlns:xs="http://www.w3.org/2001/XMLSchema" xmlns:p="http://schemas.microsoft.com/office/2006/metadata/properties" xmlns:ns3="5d9e8ea6-d7cf-4c00-b931-0c0027af1451" xmlns:ns4="24b8453d-154c-4c63-97d1-80f7846f6991" targetNamespace="http://schemas.microsoft.com/office/2006/metadata/properties" ma:root="true" ma:fieldsID="cd616adf96839ca32a36dfb6e4534def" ns3:_="" ns4:_="">
    <xsd:import namespace="5d9e8ea6-d7cf-4c00-b931-0c0027af1451"/>
    <xsd:import namespace="24b8453d-154c-4c63-97d1-80f7846f699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LengthInSeconds"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OCR"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9e8ea6-d7cf-4c00-b931-0c0027af145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4b8453d-154c-4c63-97d1-80f7846f699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d9e8ea6-d7cf-4c00-b931-0c0027af1451" xsi:nil="true"/>
  </documentManagement>
</p:properties>
</file>

<file path=customXml/itemProps1.xml><?xml version="1.0" encoding="utf-8"?>
<ds:datastoreItem xmlns:ds="http://schemas.openxmlformats.org/officeDocument/2006/customXml" ds:itemID="{E49744A2-A4E7-4F10-8EA8-A7278CF8AA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d9e8ea6-d7cf-4c00-b931-0c0027af1451"/>
    <ds:schemaRef ds:uri="24b8453d-154c-4c63-97d1-80f7846f69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5A00539-F935-4DAE-994B-29A86868AB4E}">
  <ds:schemaRefs>
    <ds:schemaRef ds:uri="http://schemas.microsoft.com/sharepoint/v3/contenttype/forms"/>
  </ds:schemaRefs>
</ds:datastoreItem>
</file>

<file path=customXml/itemProps3.xml><?xml version="1.0" encoding="utf-8"?>
<ds:datastoreItem xmlns:ds="http://schemas.openxmlformats.org/officeDocument/2006/customXml" ds:itemID="{68AC1CE2-5BE4-4AD4-8A18-FE1BD98D2BAF}">
  <ds:schemaRefs>
    <ds:schemaRef ds:uri="http://purl.org/dc/elements/1.1/"/>
    <ds:schemaRef ds:uri="http://schemas.microsoft.com/office/2006/documentManagement/types"/>
    <ds:schemaRef ds:uri="http://schemas.microsoft.com/office/2006/metadata/properties"/>
    <ds:schemaRef ds:uri="http://purl.org/dc/dcmitype/"/>
    <ds:schemaRef ds:uri="http://schemas.microsoft.com/office/infopath/2007/PartnerControls"/>
    <ds:schemaRef ds:uri="http://www.w3.org/XML/1998/namespace"/>
    <ds:schemaRef ds:uri="http://schemas.openxmlformats.org/package/2006/metadata/core-properties"/>
    <ds:schemaRef ds:uri="24b8453d-154c-4c63-97d1-80f7846f6991"/>
    <ds:schemaRef ds:uri="5d9e8ea6-d7cf-4c00-b931-0c0027af1451"/>
    <ds:schemaRef ds:uri="http://purl.org/dc/terms/"/>
  </ds:schemaRefs>
</ds:datastoreItem>
</file>

<file path=docProps/app.xml><?xml version="1.0" encoding="utf-8"?>
<Properties xmlns="http://schemas.openxmlformats.org/officeDocument/2006/extended-properties" xmlns:vt="http://schemas.openxmlformats.org/officeDocument/2006/docPropsVTypes">
  <TotalTime>370</TotalTime>
  <Words>1777</Words>
  <Application>Microsoft Office PowerPoint</Application>
  <PresentationFormat>Widescreen</PresentationFormat>
  <Paragraphs>221</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Office Theme</vt:lpstr>
      <vt:lpstr>307304 Business Intelligence and Data Mining</vt:lpstr>
      <vt:lpstr>Topics and Learning Outcomes</vt:lpstr>
      <vt:lpstr>Supervised Machine Learning</vt:lpstr>
      <vt:lpstr>What is Regression Analysis?</vt:lpstr>
      <vt:lpstr>Types of Linear Regression</vt:lpstr>
      <vt:lpstr>Types of Linear Regression</vt:lpstr>
      <vt:lpstr>What is the Best Fit Line?</vt:lpstr>
      <vt:lpstr>Why Linear Regression Matters</vt:lpstr>
      <vt:lpstr>The Best-Fit Line Concept</vt:lpstr>
      <vt:lpstr>Ordinary Least Squares (OLS) Method</vt:lpstr>
      <vt:lpstr>Cost Function - Mean Squared Error</vt:lpstr>
      <vt:lpstr>Solving Linear Regression with the Closed-Form Solution</vt:lpstr>
      <vt:lpstr>Solving Linear Regression Using The Gradient Descent Method</vt:lpstr>
      <vt:lpstr>Gradient Descent Visualization</vt:lpstr>
      <vt:lpstr>Gradient Descent Visualization</vt:lpstr>
      <vt:lpstr>Evaluation Metrics</vt:lpstr>
      <vt:lpstr>Assumptions of Linear Regression</vt:lpstr>
      <vt:lpstr>Assumptions of Linear Regression</vt:lpstr>
      <vt:lpstr>Assumptions of Linear Regression</vt:lpstr>
      <vt:lpstr>Assumptions of Linear Regression</vt:lpstr>
      <vt:lpstr>Assumptions of Linear Regression</vt:lpstr>
      <vt:lpstr>Assumptions of Linear Regression</vt:lpstr>
      <vt:lpstr>Assumptions of Linear Regression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Mohammed Fasha</dc:creator>
  <cp:lastModifiedBy>Mohammed Fasha</cp:lastModifiedBy>
  <cp:revision>5</cp:revision>
  <dcterms:created xsi:type="dcterms:W3CDTF">2024-10-16T06:35:42Z</dcterms:created>
  <dcterms:modified xsi:type="dcterms:W3CDTF">2025-07-16T11:37:50Z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0x010100D30DB0B4DCD4994BA0B53B90F48248FB</vt:lpwstr>
  </property>
</Properties>
</file>