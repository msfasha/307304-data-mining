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83" r:id="rId2"/>
    <p:sldId id="484" r:id="rId3"/>
    <p:sldId id="485" r:id="rId4"/>
    <p:sldId id="487" r:id="rId5"/>
    <p:sldId id="489" r:id="rId6"/>
    <p:sldId id="490" r:id="rId7"/>
    <p:sldId id="491" r:id="rId8"/>
    <p:sldId id="493" r:id="rId9"/>
    <p:sldId id="494" r:id="rId10"/>
    <p:sldId id="512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507" r:id="rId24"/>
    <p:sldId id="508" r:id="rId25"/>
    <p:sldId id="509" r:id="rId26"/>
    <p:sldId id="510" r:id="rId27"/>
    <p:sldId id="51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E8029-2718-4E74-A1E0-5ED48AB79672}" v="115" dt="2025-06-04T07:45:19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7E2E8029-2718-4E74-A1E0-5ED48AB79672}"/>
    <pc:docChg chg="undo redo custSel addSld delSld modSld">
      <pc:chgData name="Mohammed Fasha" userId="cc64f42d-a1a6-4f08-b97b-0c37f877119f" providerId="ADAL" clId="{7E2E8029-2718-4E74-A1E0-5ED48AB79672}" dt="2025-06-04T07:45:38.565" v="893" actId="5793"/>
      <pc:docMkLst>
        <pc:docMk/>
      </pc:docMkLst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41718055" sldId="34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957811751" sldId="35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499958888" sldId="39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852804652" sldId="396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625691186" sldId="425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409345436" sldId="43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522174856" sldId="43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905491798" sldId="44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08461039" sldId="44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210803598" sldId="47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726994946" sldId="479"/>
        </pc:sldMkLst>
      </pc:sldChg>
      <pc:sldChg chg="modSp mod">
        <pc:chgData name="Mohammed Fasha" userId="cc64f42d-a1a6-4f08-b97b-0c37f877119f" providerId="ADAL" clId="{7E2E8029-2718-4E74-A1E0-5ED48AB79672}" dt="2025-06-04T04:01:10.451" v="90" actId="113"/>
        <pc:sldMkLst>
          <pc:docMk/>
          <pc:sldMk cId="2297456757" sldId="483"/>
        </pc:sldMkLst>
        <pc:spChg chg="mod">
          <ac:chgData name="Mohammed Fasha" userId="cc64f42d-a1a6-4f08-b97b-0c37f877119f" providerId="ADAL" clId="{7E2E8029-2718-4E74-A1E0-5ED48AB79672}" dt="2025-06-04T03:59:23.818" v="23" actId="20577"/>
          <ac:spMkLst>
            <pc:docMk/>
            <pc:sldMk cId="2297456757" sldId="483"/>
            <ac:spMk id="4" creationId="{B53E9DF1-2223-C2DE-EF40-211A8D65CA29}"/>
          </ac:spMkLst>
        </pc:spChg>
        <pc:spChg chg="mod">
          <ac:chgData name="Mohammed Fasha" userId="cc64f42d-a1a6-4f08-b97b-0c37f877119f" providerId="ADAL" clId="{7E2E8029-2718-4E74-A1E0-5ED48AB79672}" dt="2025-06-04T04:01:10.451" v="90" actId="113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941853383" sldId="484"/>
        </pc:sldMkLst>
      </pc:sldChg>
      <pc:sldChg chg="modSp new mod">
        <pc:chgData name="Mohammed Fasha" userId="cc64f42d-a1a6-4f08-b97b-0c37f877119f" providerId="ADAL" clId="{7E2E8029-2718-4E74-A1E0-5ED48AB79672}" dt="2025-06-04T04:01:30.626" v="97" actId="5793"/>
        <pc:sldMkLst>
          <pc:docMk/>
          <pc:sldMk cId="3091730450" sldId="484"/>
        </pc:sldMkLst>
        <pc:spChg chg="mod">
          <ac:chgData name="Mohammed Fasha" userId="cc64f42d-a1a6-4f08-b97b-0c37f877119f" providerId="ADAL" clId="{7E2E8029-2718-4E74-A1E0-5ED48AB79672}" dt="2025-06-04T04:01:28.603" v="96" actId="113"/>
          <ac:spMkLst>
            <pc:docMk/>
            <pc:sldMk cId="3091730450" sldId="484"/>
            <ac:spMk id="2" creationId="{02779D2B-B071-27AF-98C9-C09B74A37AC9}"/>
          </ac:spMkLst>
        </pc:spChg>
        <pc:spChg chg="mod">
          <ac:chgData name="Mohammed Fasha" userId="cc64f42d-a1a6-4f08-b97b-0c37f877119f" providerId="ADAL" clId="{7E2E8029-2718-4E74-A1E0-5ED48AB79672}" dt="2025-06-04T04:01:30.626" v="97" actId="5793"/>
          <ac:spMkLst>
            <pc:docMk/>
            <pc:sldMk cId="3091730450" sldId="484"/>
            <ac:spMk id="3" creationId="{47117997-8174-92C7-7767-25A4F07C8AED}"/>
          </ac:spMkLst>
        </pc:spChg>
      </pc:sldChg>
      <pc:sldChg chg="modSp add del mod">
        <pc:chgData name="Mohammed Fasha" userId="cc64f42d-a1a6-4f08-b97b-0c37f877119f" providerId="ADAL" clId="{7E2E8029-2718-4E74-A1E0-5ED48AB79672}" dt="2025-06-04T07:23:52.273" v="660" actId="20577"/>
        <pc:sldMkLst>
          <pc:docMk/>
          <pc:sldMk cId="2426021593" sldId="485"/>
        </pc:sldMkLst>
        <pc:spChg chg="mod">
          <ac:chgData name="Mohammed Fasha" userId="cc64f42d-a1a6-4f08-b97b-0c37f877119f" providerId="ADAL" clId="{7E2E8029-2718-4E74-A1E0-5ED48AB79672}" dt="2025-06-04T04:01:47.538" v="106" actId="113"/>
          <ac:spMkLst>
            <pc:docMk/>
            <pc:sldMk cId="2426021593" sldId="485"/>
            <ac:spMk id="2" creationId="{1835AC91-8DE2-9F0B-09B6-E3949BB83937}"/>
          </ac:spMkLst>
        </pc:spChg>
        <pc:spChg chg="mod">
          <ac:chgData name="Mohammed Fasha" userId="cc64f42d-a1a6-4f08-b97b-0c37f877119f" providerId="ADAL" clId="{7E2E8029-2718-4E74-A1E0-5ED48AB79672}" dt="2025-06-04T07:23:52.273" v="660" actId="20577"/>
          <ac:spMkLst>
            <pc:docMk/>
            <pc:sldMk cId="2426021593" sldId="485"/>
            <ac:spMk id="3" creationId="{E2B5208B-AF09-6A8E-7623-44834ADB7FB6}"/>
          </ac:spMkLst>
        </pc:spChg>
      </pc:sldChg>
      <pc:sldChg chg="addSp delSp modSp add del mod">
        <pc:chgData name="Mohammed Fasha" userId="cc64f42d-a1a6-4f08-b97b-0c37f877119f" providerId="ADAL" clId="{7E2E8029-2718-4E74-A1E0-5ED48AB79672}" dt="2025-06-04T04:03:22.922" v="132" actId="47"/>
        <pc:sldMkLst>
          <pc:docMk/>
          <pc:sldMk cId="2941609253" sldId="486"/>
        </pc:sldMkLst>
        <pc:spChg chg="mod">
          <ac:chgData name="Mohammed Fasha" userId="cc64f42d-a1a6-4f08-b97b-0c37f877119f" providerId="ADAL" clId="{7E2E8029-2718-4E74-A1E0-5ED48AB79672}" dt="2025-06-04T04:03:16.316" v="129" actId="21"/>
          <ac:spMkLst>
            <pc:docMk/>
            <pc:sldMk cId="2941609253" sldId="486"/>
            <ac:spMk id="2" creationId="{F2685B28-DB18-BA06-1381-28ABCC7E3430}"/>
          </ac:spMkLst>
        </pc:spChg>
        <pc:spChg chg="del">
          <ac:chgData name="Mohammed Fasha" userId="cc64f42d-a1a6-4f08-b97b-0c37f877119f" providerId="ADAL" clId="{7E2E8029-2718-4E74-A1E0-5ED48AB79672}" dt="2025-06-04T04:02:31.703" v="115"/>
          <ac:spMkLst>
            <pc:docMk/>
            <pc:sldMk cId="2941609253" sldId="486"/>
            <ac:spMk id="3" creationId="{E7A0BEEE-F282-F9CB-BE33-2ACEA112D926}"/>
          </ac:spMkLst>
        </pc:spChg>
        <pc:spChg chg="add mod">
          <ac:chgData name="Mohammed Fasha" userId="cc64f42d-a1a6-4f08-b97b-0c37f877119f" providerId="ADAL" clId="{7E2E8029-2718-4E74-A1E0-5ED48AB79672}" dt="2025-06-04T04:02:47.638" v="118" actId="21"/>
          <ac:spMkLst>
            <pc:docMk/>
            <pc:sldMk cId="2941609253" sldId="486"/>
            <ac:spMk id="4" creationId="{DA5ABB16-7683-8F57-E300-7BD95522DF63}"/>
          </ac:spMkLst>
        </pc:spChg>
      </pc:sldChg>
      <pc:sldChg chg="modSp add mod">
        <pc:chgData name="Mohammed Fasha" userId="cc64f42d-a1a6-4f08-b97b-0c37f877119f" providerId="ADAL" clId="{7E2E8029-2718-4E74-A1E0-5ED48AB79672}" dt="2025-06-04T07:25:12.199" v="714" actId="12"/>
        <pc:sldMkLst>
          <pc:docMk/>
          <pc:sldMk cId="3181280278" sldId="487"/>
        </pc:sldMkLst>
        <pc:spChg chg="mod">
          <ac:chgData name="Mohammed Fasha" userId="cc64f42d-a1a6-4f08-b97b-0c37f877119f" providerId="ADAL" clId="{7E2E8029-2718-4E74-A1E0-5ED48AB79672}" dt="2025-06-04T04:03:24.795" v="133"/>
          <ac:spMkLst>
            <pc:docMk/>
            <pc:sldMk cId="3181280278" sldId="487"/>
            <ac:spMk id="2" creationId="{649BE8BB-7667-03ED-871D-1A09FFC8BDCC}"/>
          </ac:spMkLst>
        </pc:spChg>
        <pc:spChg chg="mod">
          <ac:chgData name="Mohammed Fasha" userId="cc64f42d-a1a6-4f08-b97b-0c37f877119f" providerId="ADAL" clId="{7E2E8029-2718-4E74-A1E0-5ED48AB79672}" dt="2025-06-04T07:25:12.199" v="714" actId="12"/>
          <ac:spMkLst>
            <pc:docMk/>
            <pc:sldMk cId="3181280278" sldId="487"/>
            <ac:spMk id="3" creationId="{B4D50D09-1A60-3190-5579-2259B299C703}"/>
          </ac:spMkLst>
        </pc:spChg>
      </pc:sldChg>
      <pc:sldChg chg="addSp delSp modSp add del mod">
        <pc:chgData name="Mohammed Fasha" userId="cc64f42d-a1a6-4f08-b97b-0c37f877119f" providerId="ADAL" clId="{7E2E8029-2718-4E74-A1E0-5ED48AB79672}" dt="2025-06-04T04:10:43.708" v="203" actId="47"/>
        <pc:sldMkLst>
          <pc:docMk/>
          <pc:sldMk cId="4229036623" sldId="488"/>
        </pc:sldMkLst>
        <pc:spChg chg="mod">
          <ac:chgData name="Mohammed Fasha" userId="cc64f42d-a1a6-4f08-b97b-0c37f877119f" providerId="ADAL" clId="{7E2E8029-2718-4E74-A1E0-5ED48AB79672}" dt="2025-06-04T04:10:40.570" v="201" actId="21"/>
          <ac:spMkLst>
            <pc:docMk/>
            <pc:sldMk cId="4229036623" sldId="488"/>
            <ac:spMk id="2" creationId="{0E99F627-81F9-EABD-A937-EEA5FC3AA661}"/>
          </ac:spMkLst>
        </pc:spChg>
        <pc:spChg chg="add del mod">
          <ac:chgData name="Mohammed Fasha" userId="cc64f42d-a1a6-4f08-b97b-0c37f877119f" providerId="ADAL" clId="{7E2E8029-2718-4E74-A1E0-5ED48AB79672}" dt="2025-06-04T04:04:30.373" v="143" actId="22"/>
          <ac:spMkLst>
            <pc:docMk/>
            <pc:sldMk cId="4229036623" sldId="488"/>
            <ac:spMk id="3" creationId="{89CE7FE1-10E9-B917-6F1C-702238465A1A}"/>
          </ac:spMkLst>
        </pc:spChg>
        <pc:spChg chg="add mod">
          <ac:chgData name="Mohammed Fasha" userId="cc64f42d-a1a6-4f08-b97b-0c37f877119f" providerId="ADAL" clId="{7E2E8029-2718-4E74-A1E0-5ED48AB79672}" dt="2025-06-04T04:04:02.460" v="141"/>
          <ac:spMkLst>
            <pc:docMk/>
            <pc:sldMk cId="4229036623" sldId="488"/>
            <ac:spMk id="4" creationId="{87C9B5D5-4CDB-1A3F-1203-7D089CD963F8}"/>
          </ac:spMkLst>
        </pc:spChg>
        <pc:picChg chg="add mod ord">
          <ac:chgData name="Mohammed Fasha" userId="cc64f42d-a1a6-4f08-b97b-0c37f877119f" providerId="ADAL" clId="{7E2E8029-2718-4E74-A1E0-5ED48AB79672}" dt="2025-06-04T04:04:43.107" v="163" actId="1076"/>
          <ac:picMkLst>
            <pc:docMk/>
            <pc:sldMk cId="4229036623" sldId="488"/>
            <ac:picMk id="6" creationId="{F494BA53-B2D3-8395-1052-01D4A4037019}"/>
          </ac:picMkLst>
        </pc:picChg>
      </pc:sldChg>
      <pc:sldChg chg="addSp delSp modSp add mod setBg">
        <pc:chgData name="Mohammed Fasha" userId="cc64f42d-a1a6-4f08-b97b-0c37f877119f" providerId="ADAL" clId="{7E2E8029-2718-4E74-A1E0-5ED48AB79672}" dt="2025-06-04T07:31:32.583" v="799" actId="1076"/>
        <pc:sldMkLst>
          <pc:docMk/>
          <pc:sldMk cId="4066742116" sldId="489"/>
        </pc:sldMkLst>
        <pc:spChg chg="mod">
          <ac:chgData name="Mohammed Fasha" userId="cc64f42d-a1a6-4f08-b97b-0c37f877119f" providerId="ADAL" clId="{7E2E8029-2718-4E74-A1E0-5ED48AB79672}" dt="2025-06-04T04:10:42.420" v="202"/>
          <ac:spMkLst>
            <pc:docMk/>
            <pc:sldMk cId="4066742116" sldId="489"/>
            <ac:spMk id="2" creationId="{82973B80-800E-A863-13DB-91B41F70B7EF}"/>
          </ac:spMkLst>
        </pc:spChg>
        <pc:spChg chg="add del">
          <ac:chgData name="Mohammed Fasha" userId="cc64f42d-a1a6-4f08-b97b-0c37f877119f" providerId="ADAL" clId="{7E2E8029-2718-4E74-A1E0-5ED48AB79672}" dt="2025-06-04T04:09:43.919" v="170"/>
          <ac:spMkLst>
            <pc:docMk/>
            <pc:sldMk cId="4066742116" sldId="489"/>
            <ac:spMk id="3" creationId="{C6524CF3-753B-F66A-2876-5DF71E30C98B}"/>
          </ac:spMkLst>
        </pc:spChg>
        <pc:spChg chg="add mod">
          <ac:chgData name="Mohammed Fasha" userId="cc64f42d-a1a6-4f08-b97b-0c37f877119f" providerId="ADAL" clId="{7E2E8029-2718-4E74-A1E0-5ED48AB79672}" dt="2025-06-04T04:05:49.666" v="165"/>
          <ac:spMkLst>
            <pc:docMk/>
            <pc:sldMk cId="4066742116" sldId="489"/>
            <ac:spMk id="4" creationId="{DC72F045-DCFE-2730-35BE-ADAD3F8AE053}"/>
          </ac:spMkLst>
        </pc:spChg>
        <pc:spChg chg="add mod">
          <ac:chgData name="Mohammed Fasha" userId="cc64f42d-a1a6-4f08-b97b-0c37f877119f" providerId="ADAL" clId="{7E2E8029-2718-4E74-A1E0-5ED48AB79672}" dt="2025-06-04T04:05:54.226" v="167"/>
          <ac:spMkLst>
            <pc:docMk/>
            <pc:sldMk cId="4066742116" sldId="489"/>
            <ac:spMk id="5" creationId="{EC8392FF-03F8-9A11-C8E5-DCB47A0A7E27}"/>
          </ac:spMkLst>
        </pc:spChg>
        <pc:spChg chg="add">
          <ac:chgData name="Mohammed Fasha" userId="cc64f42d-a1a6-4f08-b97b-0c37f877119f" providerId="ADAL" clId="{7E2E8029-2718-4E74-A1E0-5ED48AB79672}" dt="2025-06-04T04:09:34.134" v="168"/>
          <ac:spMkLst>
            <pc:docMk/>
            <pc:sldMk cId="4066742116" sldId="489"/>
            <ac:spMk id="7" creationId="{F5E68D5F-A039-8286-A82F-DF300C724364}"/>
          </ac:spMkLst>
        </pc:spChg>
        <pc:spChg chg="add mod">
          <ac:chgData name="Mohammed Fasha" userId="cc64f42d-a1a6-4f08-b97b-0c37f877119f" providerId="ADAL" clId="{7E2E8029-2718-4E74-A1E0-5ED48AB79672}" dt="2025-06-04T07:27:39.123" v="732" actId="1076"/>
          <ac:spMkLst>
            <pc:docMk/>
            <pc:sldMk cId="4066742116" sldId="489"/>
            <ac:spMk id="10" creationId="{FBDD767E-EE4D-A94D-1BCC-A56951A51E7B}"/>
          </ac:spMkLst>
        </pc:spChg>
        <pc:spChg chg="add mod">
          <ac:chgData name="Mohammed Fasha" userId="cc64f42d-a1a6-4f08-b97b-0c37f877119f" providerId="ADAL" clId="{7E2E8029-2718-4E74-A1E0-5ED48AB79672}" dt="2025-06-04T07:26:08.403" v="721" actId="1076"/>
          <ac:spMkLst>
            <pc:docMk/>
            <pc:sldMk cId="4066742116" sldId="489"/>
            <ac:spMk id="11" creationId="{269ABBB5-2CA6-18FD-9BD8-FE09CD880503}"/>
          </ac:spMkLst>
        </pc:spChg>
        <pc:graphicFrameChg chg="add mod">
          <ac:chgData name="Mohammed Fasha" userId="cc64f42d-a1a6-4f08-b97b-0c37f877119f" providerId="ADAL" clId="{7E2E8029-2718-4E74-A1E0-5ED48AB79672}" dt="2025-06-04T04:09:36.863" v="169"/>
          <ac:graphicFrameMkLst>
            <pc:docMk/>
            <pc:sldMk cId="4066742116" sldId="489"/>
            <ac:graphicFrameMk id="6" creationId="{8E5D6B8F-E1A0-8245-DA8B-920CB6305F24}"/>
          </ac:graphicFrameMkLst>
        </pc:graphicFrameChg>
        <pc:graphicFrameChg chg="add mod modGraphic">
          <ac:chgData name="Mohammed Fasha" userId="cc64f42d-a1a6-4f08-b97b-0c37f877119f" providerId="ADAL" clId="{7E2E8029-2718-4E74-A1E0-5ED48AB79672}" dt="2025-06-04T07:27:56.077" v="734" actId="14100"/>
          <ac:graphicFrameMkLst>
            <pc:docMk/>
            <pc:sldMk cId="4066742116" sldId="489"/>
            <ac:graphicFrameMk id="8" creationId="{C6C90679-34C7-D309-8F12-3418E50E21D3}"/>
          </ac:graphicFrameMkLst>
        </pc:graphicFrameChg>
        <pc:picChg chg="add mod">
          <ac:chgData name="Mohammed Fasha" userId="cc64f42d-a1a6-4f08-b97b-0c37f877119f" providerId="ADAL" clId="{7E2E8029-2718-4E74-A1E0-5ED48AB79672}" dt="2025-06-04T07:31:32.583" v="799" actId="1076"/>
          <ac:picMkLst>
            <pc:docMk/>
            <pc:sldMk cId="4066742116" sldId="489"/>
            <ac:picMk id="4" creationId="{FE62F33E-DC36-69B1-6BA4-3F72051C658C}"/>
          </ac:picMkLst>
        </pc:picChg>
      </pc:sldChg>
      <pc:sldChg chg="addSp modSp add mod">
        <pc:chgData name="Mohammed Fasha" userId="cc64f42d-a1a6-4f08-b97b-0c37f877119f" providerId="ADAL" clId="{7E2E8029-2718-4E74-A1E0-5ED48AB79672}" dt="2025-06-04T07:30:41.522" v="786" actId="207"/>
        <pc:sldMkLst>
          <pc:docMk/>
          <pc:sldMk cId="976524779" sldId="490"/>
        </pc:sldMkLst>
        <pc:spChg chg="mod">
          <ac:chgData name="Mohammed Fasha" userId="cc64f42d-a1a6-4f08-b97b-0c37f877119f" providerId="ADAL" clId="{7E2E8029-2718-4E74-A1E0-5ED48AB79672}" dt="2025-06-04T04:11:21.329" v="218" actId="113"/>
          <ac:spMkLst>
            <pc:docMk/>
            <pc:sldMk cId="976524779" sldId="490"/>
            <ac:spMk id="2" creationId="{57ACC929-DD69-47BD-1459-A84B2EC58E3E}"/>
          </ac:spMkLst>
        </pc:spChg>
        <pc:spChg chg="mod">
          <ac:chgData name="Mohammed Fasha" userId="cc64f42d-a1a6-4f08-b97b-0c37f877119f" providerId="ADAL" clId="{7E2E8029-2718-4E74-A1E0-5ED48AB79672}" dt="2025-06-04T07:30:41.522" v="786" actId="207"/>
          <ac:spMkLst>
            <pc:docMk/>
            <pc:sldMk cId="976524779" sldId="490"/>
            <ac:spMk id="3" creationId="{1128B45B-22EE-19E8-1CDD-A9BA18DE99D3}"/>
          </ac:spMkLst>
        </pc:spChg>
        <pc:graphicFrameChg chg="add mod">
          <ac:chgData name="Mohammed Fasha" userId="cc64f42d-a1a6-4f08-b97b-0c37f877119f" providerId="ADAL" clId="{7E2E8029-2718-4E74-A1E0-5ED48AB79672}" dt="2025-06-04T07:28:13.273" v="744" actId="1076"/>
          <ac:graphicFrameMkLst>
            <pc:docMk/>
            <pc:sldMk cId="976524779" sldId="490"/>
            <ac:graphicFrameMk id="4" creationId="{5D3C910E-DD75-6DB3-3A1B-FDBD3CECFF71}"/>
          </ac:graphicFrameMkLst>
        </pc:graphicFrameChg>
      </pc:sldChg>
      <pc:sldChg chg="addSp modSp add mod">
        <pc:chgData name="Mohammed Fasha" userId="cc64f42d-a1a6-4f08-b97b-0c37f877119f" providerId="ADAL" clId="{7E2E8029-2718-4E74-A1E0-5ED48AB79672}" dt="2025-06-04T07:31:11.874" v="796" actId="113"/>
        <pc:sldMkLst>
          <pc:docMk/>
          <pc:sldMk cId="2300690374" sldId="491"/>
        </pc:sldMkLst>
        <pc:spChg chg="mod">
          <ac:chgData name="Mohammed Fasha" userId="cc64f42d-a1a6-4f08-b97b-0c37f877119f" providerId="ADAL" clId="{7E2E8029-2718-4E74-A1E0-5ED48AB79672}" dt="2025-06-04T04:12:07.713" v="243" actId="113"/>
          <ac:spMkLst>
            <pc:docMk/>
            <pc:sldMk cId="2300690374" sldId="491"/>
            <ac:spMk id="2" creationId="{A13142C9-0DBF-43FA-747D-D18A30557DD3}"/>
          </ac:spMkLst>
        </pc:spChg>
        <pc:spChg chg="mod">
          <ac:chgData name="Mohammed Fasha" userId="cc64f42d-a1a6-4f08-b97b-0c37f877119f" providerId="ADAL" clId="{7E2E8029-2718-4E74-A1E0-5ED48AB79672}" dt="2025-06-04T07:31:11.874" v="796" actId="113"/>
          <ac:spMkLst>
            <pc:docMk/>
            <pc:sldMk cId="2300690374" sldId="491"/>
            <ac:spMk id="3" creationId="{81C5FD02-18E5-FAF0-F50C-176BE3C8CD02}"/>
          </ac:spMkLst>
        </pc:spChg>
        <pc:graphicFrameChg chg="add mod">
          <ac:chgData name="Mohammed Fasha" userId="cc64f42d-a1a6-4f08-b97b-0c37f877119f" providerId="ADAL" clId="{7E2E8029-2718-4E74-A1E0-5ED48AB79672}" dt="2025-06-04T07:28:46.440" v="755" actId="1076"/>
          <ac:graphicFrameMkLst>
            <pc:docMk/>
            <pc:sldMk cId="2300690374" sldId="491"/>
            <ac:graphicFrameMk id="4" creationId="{0B77DAC8-67B3-FEB5-2DB6-16734A330180}"/>
          </ac:graphicFrameMkLst>
        </pc:graphicFrameChg>
      </pc:sldChg>
      <pc:sldChg chg="modSp add del mod">
        <pc:chgData name="Mohammed Fasha" userId="cc64f42d-a1a6-4f08-b97b-0c37f877119f" providerId="ADAL" clId="{7E2E8029-2718-4E74-A1E0-5ED48AB79672}" dt="2025-06-04T07:31:18.148" v="797" actId="47"/>
        <pc:sldMkLst>
          <pc:docMk/>
          <pc:sldMk cId="2987114752" sldId="492"/>
        </pc:sldMkLst>
        <pc:spChg chg="mod">
          <ac:chgData name="Mohammed Fasha" userId="cc64f42d-a1a6-4f08-b97b-0c37f877119f" providerId="ADAL" clId="{7E2E8029-2718-4E74-A1E0-5ED48AB79672}" dt="2025-06-04T04:13:16.339" v="265" actId="113"/>
          <ac:spMkLst>
            <pc:docMk/>
            <pc:sldMk cId="2987114752" sldId="492"/>
            <ac:spMk id="2" creationId="{CC772A80-96C0-935D-4295-208B4214AC11}"/>
          </ac:spMkLst>
        </pc:spChg>
        <pc:spChg chg="mod">
          <ac:chgData name="Mohammed Fasha" userId="cc64f42d-a1a6-4f08-b97b-0c37f877119f" providerId="ADAL" clId="{7E2E8029-2718-4E74-A1E0-5ED48AB79672}" dt="2025-06-04T07:30:56.525" v="787" actId="21"/>
          <ac:spMkLst>
            <pc:docMk/>
            <pc:sldMk cId="2987114752" sldId="492"/>
            <ac:spMk id="3" creationId="{63837125-33C3-CDF1-7612-6D2179E34380}"/>
          </ac:spMkLst>
        </pc:spChg>
      </pc:sldChg>
      <pc:sldChg chg="modSp add mod">
        <pc:chgData name="Mohammed Fasha" userId="cc64f42d-a1a6-4f08-b97b-0c37f877119f" providerId="ADAL" clId="{7E2E8029-2718-4E74-A1E0-5ED48AB79672}" dt="2025-06-04T07:31:22.417" v="798" actId="207"/>
        <pc:sldMkLst>
          <pc:docMk/>
          <pc:sldMk cId="3951544621" sldId="493"/>
        </pc:sldMkLst>
        <pc:spChg chg="mod">
          <ac:chgData name="Mohammed Fasha" userId="cc64f42d-a1a6-4f08-b97b-0c37f877119f" providerId="ADAL" clId="{7E2E8029-2718-4E74-A1E0-5ED48AB79672}" dt="2025-06-04T04:13:57.623" v="281" actId="113"/>
          <ac:spMkLst>
            <pc:docMk/>
            <pc:sldMk cId="3951544621" sldId="493"/>
            <ac:spMk id="2" creationId="{163126A9-D3F8-DC06-88FF-45B2662539BD}"/>
          </ac:spMkLst>
        </pc:spChg>
        <pc:spChg chg="mod">
          <ac:chgData name="Mohammed Fasha" userId="cc64f42d-a1a6-4f08-b97b-0c37f877119f" providerId="ADAL" clId="{7E2E8029-2718-4E74-A1E0-5ED48AB79672}" dt="2025-06-04T07:31:22.417" v="798" actId="207"/>
          <ac:spMkLst>
            <pc:docMk/>
            <pc:sldMk cId="3951544621" sldId="493"/>
            <ac:spMk id="3" creationId="{57B2DD35-2E22-4FDD-96C0-AE3E993C2920}"/>
          </ac:spMkLst>
        </pc:spChg>
      </pc:sldChg>
      <pc:sldChg chg="addSp modSp add mod">
        <pc:chgData name="Mohammed Fasha" userId="cc64f42d-a1a6-4f08-b97b-0c37f877119f" providerId="ADAL" clId="{7E2E8029-2718-4E74-A1E0-5ED48AB79672}" dt="2025-06-04T07:33:49.530" v="874" actId="27636"/>
        <pc:sldMkLst>
          <pc:docMk/>
          <pc:sldMk cId="3023457119" sldId="494"/>
        </pc:sldMkLst>
        <pc:spChg chg="mod">
          <ac:chgData name="Mohammed Fasha" userId="cc64f42d-a1a6-4f08-b97b-0c37f877119f" providerId="ADAL" clId="{7E2E8029-2718-4E74-A1E0-5ED48AB79672}" dt="2025-06-04T04:14:35.599" v="297" actId="113"/>
          <ac:spMkLst>
            <pc:docMk/>
            <pc:sldMk cId="3023457119" sldId="494"/>
            <ac:spMk id="2" creationId="{0BFAF723-5FE2-CD30-E628-7E6F38D6C3AB}"/>
          </ac:spMkLst>
        </pc:spChg>
        <pc:spChg chg="mod">
          <ac:chgData name="Mohammed Fasha" userId="cc64f42d-a1a6-4f08-b97b-0c37f877119f" providerId="ADAL" clId="{7E2E8029-2718-4E74-A1E0-5ED48AB79672}" dt="2025-06-04T07:33:49.530" v="874" actId="27636"/>
          <ac:spMkLst>
            <pc:docMk/>
            <pc:sldMk cId="3023457119" sldId="494"/>
            <ac:spMk id="3" creationId="{18A30A43-4203-4089-7D6B-E98B5E65891F}"/>
          </ac:spMkLst>
        </pc:spChg>
        <pc:spChg chg="add">
          <ac:chgData name="Mohammed Fasha" userId="cc64f42d-a1a6-4f08-b97b-0c37f877119f" providerId="ADAL" clId="{7E2E8029-2718-4E74-A1E0-5ED48AB79672}" dt="2025-06-04T07:33:08.081" v="861"/>
          <ac:spMkLst>
            <pc:docMk/>
            <pc:sldMk cId="3023457119" sldId="494"/>
            <ac:spMk id="4" creationId="{98474E14-F402-91CC-27E7-07E78B1B1EC6}"/>
          </ac:spMkLst>
        </pc:spChg>
        <pc:spChg chg="add">
          <ac:chgData name="Mohammed Fasha" userId="cc64f42d-a1a6-4f08-b97b-0c37f877119f" providerId="ADAL" clId="{7E2E8029-2718-4E74-A1E0-5ED48AB79672}" dt="2025-06-04T07:33:26.450" v="862"/>
          <ac:spMkLst>
            <pc:docMk/>
            <pc:sldMk cId="3023457119" sldId="494"/>
            <ac:spMk id="5" creationId="{2ABBDEC8-6B45-2247-3915-42B9A8FE782D}"/>
          </ac:spMkLst>
        </pc:spChg>
      </pc:sldChg>
      <pc:sldChg chg="modSp add mod">
        <pc:chgData name="Mohammed Fasha" userId="cc64f42d-a1a6-4f08-b97b-0c37f877119f" providerId="ADAL" clId="{7E2E8029-2718-4E74-A1E0-5ED48AB79672}" dt="2025-06-04T04:16:03.233" v="326" actId="20577"/>
        <pc:sldMkLst>
          <pc:docMk/>
          <pc:sldMk cId="1938525646" sldId="495"/>
        </pc:sldMkLst>
        <pc:spChg chg="mod">
          <ac:chgData name="Mohammed Fasha" userId="cc64f42d-a1a6-4f08-b97b-0c37f877119f" providerId="ADAL" clId="{7E2E8029-2718-4E74-A1E0-5ED48AB79672}" dt="2025-06-04T04:15:06.788" v="312" actId="113"/>
          <ac:spMkLst>
            <pc:docMk/>
            <pc:sldMk cId="1938525646" sldId="495"/>
            <ac:spMk id="2" creationId="{50237B44-82AA-6D5F-690E-B4196B212F61}"/>
          </ac:spMkLst>
        </pc:spChg>
        <pc:spChg chg="mod">
          <ac:chgData name="Mohammed Fasha" userId="cc64f42d-a1a6-4f08-b97b-0c37f877119f" providerId="ADAL" clId="{7E2E8029-2718-4E74-A1E0-5ED48AB79672}" dt="2025-06-04T04:16:03.233" v="326" actId="20577"/>
          <ac:spMkLst>
            <pc:docMk/>
            <pc:sldMk cId="1938525646" sldId="495"/>
            <ac:spMk id="3" creationId="{CF60364B-FC1E-7A96-20D3-ECFE1DD046D9}"/>
          </ac:spMkLst>
        </pc:spChg>
      </pc:sldChg>
      <pc:sldChg chg="addSp delSp modSp add mod">
        <pc:chgData name="Mohammed Fasha" userId="cc64f42d-a1a6-4f08-b97b-0c37f877119f" providerId="ADAL" clId="{7E2E8029-2718-4E74-A1E0-5ED48AB79672}" dt="2025-06-04T04:17:25.914" v="346" actId="5793"/>
        <pc:sldMkLst>
          <pc:docMk/>
          <pc:sldMk cId="2805227895" sldId="496"/>
        </pc:sldMkLst>
        <pc:spChg chg="mod">
          <ac:chgData name="Mohammed Fasha" userId="cc64f42d-a1a6-4f08-b97b-0c37f877119f" providerId="ADAL" clId="{7E2E8029-2718-4E74-A1E0-5ED48AB79672}" dt="2025-06-04T04:16:25.147" v="327"/>
          <ac:spMkLst>
            <pc:docMk/>
            <pc:sldMk cId="2805227895" sldId="496"/>
            <ac:spMk id="2" creationId="{898675BF-7046-3A3E-E408-4C2FE0530171}"/>
          </ac:spMkLst>
        </pc:spChg>
        <pc:spChg chg="add del mod">
          <ac:chgData name="Mohammed Fasha" userId="cc64f42d-a1a6-4f08-b97b-0c37f877119f" providerId="ADAL" clId="{7E2E8029-2718-4E74-A1E0-5ED48AB79672}" dt="2025-06-04T04:16:48.649" v="335" actId="20577"/>
          <ac:spMkLst>
            <pc:docMk/>
            <pc:sldMk cId="2805227895" sldId="496"/>
            <ac:spMk id="3" creationId="{8A3F3DC4-AAFE-EBA7-A99B-EA18FC4D8D25}"/>
          </ac:spMkLst>
        </pc:spChg>
        <pc:spChg chg="add mod">
          <ac:chgData name="Mohammed Fasha" userId="cc64f42d-a1a6-4f08-b97b-0c37f877119f" providerId="ADAL" clId="{7E2E8029-2718-4E74-A1E0-5ED48AB79672}" dt="2025-06-04T04:16:32.173" v="329"/>
          <ac:spMkLst>
            <pc:docMk/>
            <pc:sldMk cId="2805227895" sldId="496"/>
            <ac:spMk id="4" creationId="{541125F9-7BA3-CE00-FEA1-EDC418329EE0}"/>
          </ac:spMkLst>
        </pc:spChg>
        <pc:spChg chg="add mod">
          <ac:chgData name="Mohammed Fasha" userId="cc64f42d-a1a6-4f08-b97b-0c37f877119f" providerId="ADAL" clId="{7E2E8029-2718-4E74-A1E0-5ED48AB79672}" dt="2025-06-04T04:17:25.914" v="346" actId="5793"/>
          <ac:spMkLst>
            <pc:docMk/>
            <pc:sldMk cId="2805227895" sldId="496"/>
            <ac:spMk id="7" creationId="{41EB5759-76A0-ACF0-457A-72B7B72AC433}"/>
          </ac:spMkLst>
        </pc:spChg>
        <pc:graphicFrameChg chg="add mod modGraphic">
          <ac:chgData name="Mohammed Fasha" userId="cc64f42d-a1a6-4f08-b97b-0c37f877119f" providerId="ADAL" clId="{7E2E8029-2718-4E74-A1E0-5ED48AB79672}" dt="2025-06-04T04:17:02.351" v="339" actId="207"/>
          <ac:graphicFrameMkLst>
            <pc:docMk/>
            <pc:sldMk cId="2805227895" sldId="496"/>
            <ac:graphicFrameMk id="5" creationId="{45ABD52E-F79D-2160-1F1B-578B3029517C}"/>
          </ac:graphicFrameMkLst>
        </pc:graphicFrameChg>
      </pc:sldChg>
      <pc:sldChg chg="modSp add mod">
        <pc:chgData name="Mohammed Fasha" userId="cc64f42d-a1a6-4f08-b97b-0c37f877119f" providerId="ADAL" clId="{7E2E8029-2718-4E74-A1E0-5ED48AB79672}" dt="2025-06-04T04:18:15.638" v="366" actId="27636"/>
        <pc:sldMkLst>
          <pc:docMk/>
          <pc:sldMk cId="361312424" sldId="497"/>
        </pc:sldMkLst>
        <pc:spChg chg="mod">
          <ac:chgData name="Mohammed Fasha" userId="cc64f42d-a1a6-4f08-b97b-0c37f877119f" providerId="ADAL" clId="{7E2E8029-2718-4E74-A1E0-5ED48AB79672}" dt="2025-06-04T04:17:40.663" v="355" actId="113"/>
          <ac:spMkLst>
            <pc:docMk/>
            <pc:sldMk cId="361312424" sldId="497"/>
            <ac:spMk id="2" creationId="{D12F9FE4-A5C2-EB26-3595-1ACE4F313CE5}"/>
          </ac:spMkLst>
        </pc:spChg>
        <pc:spChg chg="mod">
          <ac:chgData name="Mohammed Fasha" userId="cc64f42d-a1a6-4f08-b97b-0c37f877119f" providerId="ADAL" clId="{7E2E8029-2718-4E74-A1E0-5ED48AB79672}" dt="2025-06-04T04:18:15.638" v="366" actId="27636"/>
          <ac:spMkLst>
            <pc:docMk/>
            <pc:sldMk cId="361312424" sldId="497"/>
            <ac:spMk id="3" creationId="{86E581E5-DCFA-CFE2-A759-B2D5411A0B17}"/>
          </ac:spMkLst>
        </pc:spChg>
      </pc:sldChg>
      <pc:sldChg chg="modSp add mod">
        <pc:chgData name="Mohammed Fasha" userId="cc64f42d-a1a6-4f08-b97b-0c37f877119f" providerId="ADAL" clId="{7E2E8029-2718-4E74-A1E0-5ED48AB79672}" dt="2025-06-04T04:18:49.303" v="378" actId="5793"/>
        <pc:sldMkLst>
          <pc:docMk/>
          <pc:sldMk cId="1855355283" sldId="498"/>
        </pc:sldMkLst>
        <pc:spChg chg="mod">
          <ac:chgData name="Mohammed Fasha" userId="cc64f42d-a1a6-4f08-b97b-0c37f877119f" providerId="ADAL" clId="{7E2E8029-2718-4E74-A1E0-5ED48AB79672}" dt="2025-06-04T04:18:34.686" v="375" actId="113"/>
          <ac:spMkLst>
            <pc:docMk/>
            <pc:sldMk cId="1855355283" sldId="498"/>
            <ac:spMk id="2" creationId="{7352777E-C23E-8CAE-A81E-ADA523F4CEE6}"/>
          </ac:spMkLst>
        </pc:spChg>
        <pc:spChg chg="mod">
          <ac:chgData name="Mohammed Fasha" userId="cc64f42d-a1a6-4f08-b97b-0c37f877119f" providerId="ADAL" clId="{7E2E8029-2718-4E74-A1E0-5ED48AB79672}" dt="2025-06-04T04:18:49.303" v="378" actId="5793"/>
          <ac:spMkLst>
            <pc:docMk/>
            <pc:sldMk cId="1855355283" sldId="498"/>
            <ac:spMk id="3" creationId="{EE397667-A7E4-7E53-67C9-F8B9D8DAF6D5}"/>
          </ac:spMkLst>
        </pc:spChg>
      </pc:sldChg>
      <pc:sldChg chg="addSp modSp add mod">
        <pc:chgData name="Mohammed Fasha" userId="cc64f42d-a1a6-4f08-b97b-0c37f877119f" providerId="ADAL" clId="{7E2E8029-2718-4E74-A1E0-5ED48AB79672}" dt="2025-06-04T04:19:29.882" v="387" actId="1076"/>
        <pc:sldMkLst>
          <pc:docMk/>
          <pc:sldMk cId="839997894" sldId="499"/>
        </pc:sldMkLst>
        <pc:spChg chg="mod">
          <ac:chgData name="Mohammed Fasha" userId="cc64f42d-a1a6-4f08-b97b-0c37f877119f" providerId="ADAL" clId="{7E2E8029-2718-4E74-A1E0-5ED48AB79672}" dt="2025-06-04T04:19:13.147" v="383"/>
          <ac:spMkLst>
            <pc:docMk/>
            <pc:sldMk cId="839997894" sldId="499"/>
            <ac:spMk id="2" creationId="{83E1648F-7E59-4851-3113-3766595799A8}"/>
          </ac:spMkLst>
        </pc:spChg>
        <pc:spChg chg="mod">
          <ac:chgData name="Mohammed Fasha" userId="cc64f42d-a1a6-4f08-b97b-0c37f877119f" providerId="ADAL" clId="{7E2E8029-2718-4E74-A1E0-5ED48AB79672}" dt="2025-06-04T04:19:01.936" v="382" actId="14100"/>
          <ac:spMkLst>
            <pc:docMk/>
            <pc:sldMk cId="839997894" sldId="499"/>
            <ac:spMk id="3" creationId="{217D891A-C034-7F65-FAAD-1988E871B3F4}"/>
          </ac:spMkLst>
        </pc:spChg>
        <pc:spChg chg="add mod">
          <ac:chgData name="Mohammed Fasha" userId="cc64f42d-a1a6-4f08-b97b-0c37f877119f" providerId="ADAL" clId="{7E2E8029-2718-4E74-A1E0-5ED48AB79672}" dt="2025-06-04T04:19:29.882" v="387" actId="1076"/>
          <ac:spMkLst>
            <pc:docMk/>
            <pc:sldMk cId="839997894" sldId="499"/>
            <ac:spMk id="6" creationId="{5730B9AF-F0B4-E86F-B4B0-CEC9C5D0DCFE}"/>
          </ac:spMkLst>
        </pc:spChg>
        <pc:graphicFrameChg chg="add mod">
          <ac:chgData name="Mohammed Fasha" userId="cc64f42d-a1a6-4f08-b97b-0c37f877119f" providerId="ADAL" clId="{7E2E8029-2718-4E74-A1E0-5ED48AB79672}" dt="2025-06-04T04:19:21.411" v="385" actId="1076"/>
          <ac:graphicFrameMkLst>
            <pc:docMk/>
            <pc:sldMk cId="839997894" sldId="499"/>
            <ac:graphicFrameMk id="4" creationId="{2CB054D0-36F9-3FDC-61DE-3DEA5DD7AEFF}"/>
          </ac:graphicFrameMkLst>
        </pc:graphicFrameChg>
      </pc:sldChg>
      <pc:sldChg chg="addSp modSp add mod">
        <pc:chgData name="Mohammed Fasha" userId="cc64f42d-a1a6-4f08-b97b-0c37f877119f" providerId="ADAL" clId="{7E2E8029-2718-4E74-A1E0-5ED48AB79672}" dt="2025-06-04T04:20:44.937" v="415" actId="122"/>
        <pc:sldMkLst>
          <pc:docMk/>
          <pc:sldMk cId="2617828375" sldId="500"/>
        </pc:sldMkLst>
        <pc:spChg chg="mod">
          <ac:chgData name="Mohammed Fasha" userId="cc64f42d-a1a6-4f08-b97b-0c37f877119f" providerId="ADAL" clId="{7E2E8029-2718-4E74-A1E0-5ED48AB79672}" dt="2025-06-04T04:20:16.455" v="404" actId="404"/>
          <ac:spMkLst>
            <pc:docMk/>
            <pc:sldMk cId="2617828375" sldId="500"/>
            <ac:spMk id="2" creationId="{FD481DBB-5461-6871-2839-466317DA6649}"/>
          </ac:spMkLst>
        </pc:spChg>
        <pc:spChg chg="mod">
          <ac:chgData name="Mohammed Fasha" userId="cc64f42d-a1a6-4f08-b97b-0c37f877119f" providerId="ADAL" clId="{7E2E8029-2718-4E74-A1E0-5ED48AB79672}" dt="2025-06-04T04:20:21.435" v="408" actId="14100"/>
          <ac:spMkLst>
            <pc:docMk/>
            <pc:sldMk cId="2617828375" sldId="500"/>
            <ac:spMk id="3" creationId="{C05B2C7C-D231-2D17-63B4-EC57F81DC24B}"/>
          </ac:spMkLst>
        </pc:spChg>
        <pc:graphicFrameChg chg="add mod modGraphic">
          <ac:chgData name="Mohammed Fasha" userId="cc64f42d-a1a6-4f08-b97b-0c37f877119f" providerId="ADAL" clId="{7E2E8029-2718-4E74-A1E0-5ED48AB79672}" dt="2025-06-04T04:20:44.937" v="415" actId="122"/>
          <ac:graphicFrameMkLst>
            <pc:docMk/>
            <pc:sldMk cId="2617828375" sldId="500"/>
            <ac:graphicFrameMk id="4" creationId="{B9AA7DE5-FBB4-B7BC-47A7-D2280C8C5D12}"/>
          </ac:graphicFrameMkLst>
        </pc:graphicFrameChg>
      </pc:sldChg>
      <pc:sldChg chg="modSp add mod">
        <pc:chgData name="Mohammed Fasha" userId="cc64f42d-a1a6-4f08-b97b-0c37f877119f" providerId="ADAL" clId="{7E2E8029-2718-4E74-A1E0-5ED48AB79672}" dt="2025-06-04T04:21:33.865" v="429" actId="20577"/>
        <pc:sldMkLst>
          <pc:docMk/>
          <pc:sldMk cId="1812782099" sldId="501"/>
        </pc:sldMkLst>
        <pc:spChg chg="mod">
          <ac:chgData name="Mohammed Fasha" userId="cc64f42d-a1a6-4f08-b97b-0c37f877119f" providerId="ADAL" clId="{7E2E8029-2718-4E74-A1E0-5ED48AB79672}" dt="2025-06-04T04:20:58.921" v="422" actId="113"/>
          <ac:spMkLst>
            <pc:docMk/>
            <pc:sldMk cId="1812782099" sldId="501"/>
            <ac:spMk id="2" creationId="{470AF467-6CBB-C3C1-F7A2-B0454D6C7ACF}"/>
          </ac:spMkLst>
        </pc:spChg>
        <pc:spChg chg="mod">
          <ac:chgData name="Mohammed Fasha" userId="cc64f42d-a1a6-4f08-b97b-0c37f877119f" providerId="ADAL" clId="{7E2E8029-2718-4E74-A1E0-5ED48AB79672}" dt="2025-06-04T04:21:33.865" v="429" actId="20577"/>
          <ac:spMkLst>
            <pc:docMk/>
            <pc:sldMk cId="1812782099" sldId="501"/>
            <ac:spMk id="3" creationId="{B9757FC9-2E4F-A35E-E89D-FFF9BD7C348E}"/>
          </ac:spMkLst>
        </pc:spChg>
      </pc:sldChg>
      <pc:sldChg chg="modSp add mod">
        <pc:chgData name="Mohammed Fasha" userId="cc64f42d-a1a6-4f08-b97b-0c37f877119f" providerId="ADAL" clId="{7E2E8029-2718-4E74-A1E0-5ED48AB79672}" dt="2025-06-04T04:22:26.839" v="444" actId="5793"/>
        <pc:sldMkLst>
          <pc:docMk/>
          <pc:sldMk cId="1165651503" sldId="502"/>
        </pc:sldMkLst>
        <pc:spChg chg="mod">
          <ac:chgData name="Mohammed Fasha" userId="cc64f42d-a1a6-4f08-b97b-0c37f877119f" providerId="ADAL" clId="{7E2E8029-2718-4E74-A1E0-5ED48AB79672}" dt="2025-06-04T04:22:01.156" v="438" actId="113"/>
          <ac:spMkLst>
            <pc:docMk/>
            <pc:sldMk cId="1165651503" sldId="502"/>
            <ac:spMk id="2" creationId="{BD994700-7E99-D45A-9B1A-60D8196487EF}"/>
          </ac:spMkLst>
        </pc:spChg>
        <pc:spChg chg="mod">
          <ac:chgData name="Mohammed Fasha" userId="cc64f42d-a1a6-4f08-b97b-0c37f877119f" providerId="ADAL" clId="{7E2E8029-2718-4E74-A1E0-5ED48AB79672}" dt="2025-06-04T04:22:26.839" v="444" actId="5793"/>
          <ac:spMkLst>
            <pc:docMk/>
            <pc:sldMk cId="1165651503" sldId="502"/>
            <ac:spMk id="3" creationId="{77FED500-AA81-1D5D-025D-F79CA66DC754}"/>
          </ac:spMkLst>
        </pc:spChg>
      </pc:sldChg>
      <pc:sldChg chg="addSp modSp add mod">
        <pc:chgData name="Mohammed Fasha" userId="cc64f42d-a1a6-4f08-b97b-0c37f877119f" providerId="ADAL" clId="{7E2E8029-2718-4E74-A1E0-5ED48AB79672}" dt="2025-06-04T04:24:10.379" v="478" actId="179"/>
        <pc:sldMkLst>
          <pc:docMk/>
          <pc:sldMk cId="1701005993" sldId="503"/>
        </pc:sldMkLst>
        <pc:spChg chg="mod">
          <ac:chgData name="Mohammed Fasha" userId="cc64f42d-a1a6-4f08-b97b-0c37f877119f" providerId="ADAL" clId="{7E2E8029-2718-4E74-A1E0-5ED48AB79672}" dt="2025-06-04T04:22:54.591" v="451" actId="113"/>
          <ac:spMkLst>
            <pc:docMk/>
            <pc:sldMk cId="1701005993" sldId="503"/>
            <ac:spMk id="2" creationId="{1CF6DC2E-6679-EEDD-9DE7-5ACE35C56BF8}"/>
          </ac:spMkLst>
        </pc:spChg>
        <pc:spChg chg="mod">
          <ac:chgData name="Mohammed Fasha" userId="cc64f42d-a1a6-4f08-b97b-0c37f877119f" providerId="ADAL" clId="{7E2E8029-2718-4E74-A1E0-5ED48AB79672}" dt="2025-06-04T04:23:10.473" v="458" actId="113"/>
          <ac:spMkLst>
            <pc:docMk/>
            <pc:sldMk cId="1701005993" sldId="503"/>
            <ac:spMk id="3" creationId="{CE94DD62-7712-F673-4050-37B73170FBE9}"/>
          </ac:spMkLst>
        </pc:spChg>
        <pc:spChg chg="add mod">
          <ac:chgData name="Mohammed Fasha" userId="cc64f42d-a1a6-4f08-b97b-0c37f877119f" providerId="ADAL" clId="{7E2E8029-2718-4E74-A1E0-5ED48AB79672}" dt="2025-06-04T04:24:10.379" v="478" actId="179"/>
          <ac:spMkLst>
            <pc:docMk/>
            <pc:sldMk cId="1701005993" sldId="503"/>
            <ac:spMk id="6" creationId="{0861F0C3-407A-736F-0496-DD098530762E}"/>
          </ac:spMkLst>
        </pc:spChg>
        <pc:graphicFrameChg chg="add mod modGraphic">
          <ac:chgData name="Mohammed Fasha" userId="cc64f42d-a1a6-4f08-b97b-0c37f877119f" providerId="ADAL" clId="{7E2E8029-2718-4E74-A1E0-5ED48AB79672}" dt="2025-06-04T04:23:45.763" v="468" actId="1076"/>
          <ac:graphicFrameMkLst>
            <pc:docMk/>
            <pc:sldMk cId="1701005993" sldId="503"/>
            <ac:graphicFrameMk id="4" creationId="{929272D2-53A8-254E-6ED7-DE7A11D2CC58}"/>
          </ac:graphicFrameMkLst>
        </pc:graphicFrameChg>
      </pc:sldChg>
      <pc:sldChg chg="addSp delSp modSp add mod">
        <pc:chgData name="Mohammed Fasha" userId="cc64f42d-a1a6-4f08-b97b-0c37f877119f" providerId="ADAL" clId="{7E2E8029-2718-4E74-A1E0-5ED48AB79672}" dt="2025-06-04T04:25:22.091" v="491" actId="1076"/>
        <pc:sldMkLst>
          <pc:docMk/>
          <pc:sldMk cId="971215272" sldId="504"/>
        </pc:sldMkLst>
        <pc:spChg chg="mod">
          <ac:chgData name="Mohammed Fasha" userId="cc64f42d-a1a6-4f08-b97b-0c37f877119f" providerId="ADAL" clId="{7E2E8029-2718-4E74-A1E0-5ED48AB79672}" dt="2025-06-04T04:24:43.407" v="485" actId="113"/>
          <ac:spMkLst>
            <pc:docMk/>
            <pc:sldMk cId="971215272" sldId="504"/>
            <ac:spMk id="2" creationId="{08BB758F-9395-8D8F-8AEF-5C1A86D3CDF6}"/>
          </ac:spMkLst>
        </pc:spChg>
        <pc:spChg chg="del mod">
          <ac:chgData name="Mohammed Fasha" userId="cc64f42d-a1a6-4f08-b97b-0c37f877119f" providerId="ADAL" clId="{7E2E8029-2718-4E74-A1E0-5ED48AB79672}" dt="2025-06-04T04:25:14.100" v="489" actId="478"/>
          <ac:spMkLst>
            <pc:docMk/>
            <pc:sldMk cId="971215272" sldId="504"/>
            <ac:spMk id="3" creationId="{D9765990-F9F5-6973-BFB2-6C3B492ECFC4}"/>
          </ac:spMkLst>
        </pc:spChg>
        <pc:spChg chg="add del mod">
          <ac:chgData name="Mohammed Fasha" userId="cc64f42d-a1a6-4f08-b97b-0c37f877119f" providerId="ADAL" clId="{7E2E8029-2718-4E74-A1E0-5ED48AB79672}" dt="2025-06-04T04:25:16.384" v="490" actId="22"/>
          <ac:spMkLst>
            <pc:docMk/>
            <pc:sldMk cId="971215272" sldId="504"/>
            <ac:spMk id="5" creationId="{2298502E-FF18-A293-67C3-1AA20F2EAF3A}"/>
          </ac:spMkLst>
        </pc:spChg>
        <pc:picChg chg="add mod ord">
          <ac:chgData name="Mohammed Fasha" userId="cc64f42d-a1a6-4f08-b97b-0c37f877119f" providerId="ADAL" clId="{7E2E8029-2718-4E74-A1E0-5ED48AB79672}" dt="2025-06-04T04:25:22.091" v="491" actId="1076"/>
          <ac:picMkLst>
            <pc:docMk/>
            <pc:sldMk cId="971215272" sldId="504"/>
            <ac:picMk id="7" creationId="{90E598BF-6790-5FF3-2153-65E216619F23}"/>
          </ac:picMkLst>
        </pc:picChg>
      </pc:sldChg>
      <pc:sldChg chg="addSp delSp modSp add mod">
        <pc:chgData name="Mohammed Fasha" userId="cc64f42d-a1a6-4f08-b97b-0c37f877119f" providerId="ADAL" clId="{7E2E8029-2718-4E74-A1E0-5ED48AB79672}" dt="2025-06-04T04:25:43.648" v="511" actId="20577"/>
        <pc:sldMkLst>
          <pc:docMk/>
          <pc:sldMk cId="4185502721" sldId="505"/>
        </pc:sldMkLst>
        <pc:spChg chg="mod">
          <ac:chgData name="Mohammed Fasha" userId="cc64f42d-a1a6-4f08-b97b-0c37f877119f" providerId="ADAL" clId="{7E2E8029-2718-4E74-A1E0-5ED48AB79672}" dt="2025-06-04T04:25:43.648" v="511" actId="20577"/>
          <ac:spMkLst>
            <pc:docMk/>
            <pc:sldMk cId="4185502721" sldId="505"/>
            <ac:spMk id="2" creationId="{8CE9750B-9646-542B-A26E-A3F5471B77C3}"/>
          </ac:spMkLst>
        </pc:spChg>
        <pc:spChg chg="del">
          <ac:chgData name="Mohammed Fasha" userId="cc64f42d-a1a6-4f08-b97b-0c37f877119f" providerId="ADAL" clId="{7E2E8029-2718-4E74-A1E0-5ED48AB79672}" dt="2025-06-04T04:25:35.385" v="492" actId="22"/>
          <ac:spMkLst>
            <pc:docMk/>
            <pc:sldMk cId="4185502721" sldId="505"/>
            <ac:spMk id="3" creationId="{F84810BE-8268-98E0-F3F0-38A824517B13}"/>
          </ac:spMkLst>
        </pc:spChg>
        <pc:picChg chg="add mod ord">
          <ac:chgData name="Mohammed Fasha" userId="cc64f42d-a1a6-4f08-b97b-0c37f877119f" providerId="ADAL" clId="{7E2E8029-2718-4E74-A1E0-5ED48AB79672}" dt="2025-06-04T04:25:38.033" v="493" actId="1076"/>
          <ac:picMkLst>
            <pc:docMk/>
            <pc:sldMk cId="4185502721" sldId="505"/>
            <ac:picMk id="5" creationId="{6173A1BF-7DE9-3DB4-F17D-094DF81D6613}"/>
          </ac:picMkLst>
        </pc:picChg>
      </pc:sldChg>
      <pc:sldChg chg="modSp add mod">
        <pc:chgData name="Mohammed Fasha" userId="cc64f42d-a1a6-4f08-b97b-0c37f877119f" providerId="ADAL" clId="{7E2E8029-2718-4E74-A1E0-5ED48AB79672}" dt="2025-06-04T04:26:12.916" v="527" actId="27636"/>
        <pc:sldMkLst>
          <pc:docMk/>
          <pc:sldMk cId="2844287310" sldId="506"/>
        </pc:sldMkLst>
        <pc:spChg chg="mod">
          <ac:chgData name="Mohammed Fasha" userId="cc64f42d-a1a6-4f08-b97b-0c37f877119f" providerId="ADAL" clId="{7E2E8029-2718-4E74-A1E0-5ED48AB79672}" dt="2025-06-04T04:25:58.189" v="519" actId="113"/>
          <ac:spMkLst>
            <pc:docMk/>
            <pc:sldMk cId="2844287310" sldId="506"/>
            <ac:spMk id="2" creationId="{87264AF3-E1E3-51A4-1EE7-88E363D566A3}"/>
          </ac:spMkLst>
        </pc:spChg>
        <pc:spChg chg="mod">
          <ac:chgData name="Mohammed Fasha" userId="cc64f42d-a1a6-4f08-b97b-0c37f877119f" providerId="ADAL" clId="{7E2E8029-2718-4E74-A1E0-5ED48AB79672}" dt="2025-06-04T04:26:12.916" v="527" actId="27636"/>
          <ac:spMkLst>
            <pc:docMk/>
            <pc:sldMk cId="2844287310" sldId="506"/>
            <ac:spMk id="3" creationId="{CEC4C45F-4688-FBA0-DEB2-A1CC64578173}"/>
          </ac:spMkLst>
        </pc:spChg>
      </pc:sldChg>
      <pc:sldChg chg="addSp delSp modSp add mod">
        <pc:chgData name="Mohammed Fasha" userId="cc64f42d-a1a6-4f08-b97b-0c37f877119f" providerId="ADAL" clId="{7E2E8029-2718-4E74-A1E0-5ED48AB79672}" dt="2025-06-04T04:26:44.580" v="589" actId="20577"/>
        <pc:sldMkLst>
          <pc:docMk/>
          <pc:sldMk cId="3868612159" sldId="507"/>
        </pc:sldMkLst>
        <pc:spChg chg="mod">
          <ac:chgData name="Mohammed Fasha" userId="cc64f42d-a1a6-4f08-b97b-0c37f877119f" providerId="ADAL" clId="{7E2E8029-2718-4E74-A1E0-5ED48AB79672}" dt="2025-06-04T04:26:44.580" v="589" actId="20577"/>
          <ac:spMkLst>
            <pc:docMk/>
            <pc:sldMk cId="3868612159" sldId="507"/>
            <ac:spMk id="2" creationId="{375762A6-11CE-742F-158C-A423948997A6}"/>
          </ac:spMkLst>
        </pc:spChg>
        <pc:spChg chg="del">
          <ac:chgData name="Mohammed Fasha" userId="cc64f42d-a1a6-4f08-b97b-0c37f877119f" providerId="ADAL" clId="{7E2E8029-2718-4E74-A1E0-5ED48AB79672}" dt="2025-06-04T04:26:24.668" v="528" actId="22"/>
          <ac:spMkLst>
            <pc:docMk/>
            <pc:sldMk cId="3868612159" sldId="507"/>
            <ac:spMk id="3" creationId="{68BD419A-54E1-549D-5091-818152FC57AF}"/>
          </ac:spMkLst>
        </pc:spChg>
        <pc:picChg chg="add mod ord">
          <ac:chgData name="Mohammed Fasha" userId="cc64f42d-a1a6-4f08-b97b-0c37f877119f" providerId="ADAL" clId="{7E2E8029-2718-4E74-A1E0-5ED48AB79672}" dt="2025-06-04T04:26:27.790" v="529" actId="1076"/>
          <ac:picMkLst>
            <pc:docMk/>
            <pc:sldMk cId="3868612159" sldId="507"/>
            <ac:picMk id="5" creationId="{8DA40AEE-6124-E0FB-0451-C4AC748046EC}"/>
          </ac:picMkLst>
        </pc:picChg>
      </pc:sldChg>
      <pc:sldChg chg="modSp add mod">
        <pc:chgData name="Mohammed Fasha" userId="cc64f42d-a1a6-4f08-b97b-0c37f877119f" providerId="ADAL" clId="{7E2E8029-2718-4E74-A1E0-5ED48AB79672}" dt="2025-06-04T04:27:03.112" v="601" actId="5793"/>
        <pc:sldMkLst>
          <pc:docMk/>
          <pc:sldMk cId="2427049635" sldId="508"/>
        </pc:sldMkLst>
        <pc:spChg chg="mod">
          <ac:chgData name="Mohammed Fasha" userId="cc64f42d-a1a6-4f08-b97b-0c37f877119f" providerId="ADAL" clId="{7E2E8029-2718-4E74-A1E0-5ED48AB79672}" dt="2025-06-04T04:26:58.871" v="598" actId="113"/>
          <ac:spMkLst>
            <pc:docMk/>
            <pc:sldMk cId="2427049635" sldId="508"/>
            <ac:spMk id="2" creationId="{5EE94683-572D-0805-78B9-6FC5306BFC21}"/>
          </ac:spMkLst>
        </pc:spChg>
        <pc:spChg chg="mod">
          <ac:chgData name="Mohammed Fasha" userId="cc64f42d-a1a6-4f08-b97b-0c37f877119f" providerId="ADAL" clId="{7E2E8029-2718-4E74-A1E0-5ED48AB79672}" dt="2025-06-04T04:27:03.112" v="601" actId="5793"/>
          <ac:spMkLst>
            <pc:docMk/>
            <pc:sldMk cId="2427049635" sldId="508"/>
            <ac:spMk id="3" creationId="{B80221A7-8329-7CE1-AE2A-64DF32A918AC}"/>
          </ac:spMkLst>
        </pc:spChg>
      </pc:sldChg>
      <pc:sldChg chg="modSp add mod">
        <pc:chgData name="Mohammed Fasha" userId="cc64f42d-a1a6-4f08-b97b-0c37f877119f" providerId="ADAL" clId="{7E2E8029-2718-4E74-A1E0-5ED48AB79672}" dt="2025-06-04T04:27:43.926" v="620" actId="27636"/>
        <pc:sldMkLst>
          <pc:docMk/>
          <pc:sldMk cId="1603662007" sldId="509"/>
        </pc:sldMkLst>
        <pc:spChg chg="mod">
          <ac:chgData name="Mohammed Fasha" userId="cc64f42d-a1a6-4f08-b97b-0c37f877119f" providerId="ADAL" clId="{7E2E8029-2718-4E74-A1E0-5ED48AB79672}" dt="2025-06-04T04:27:15.820" v="609" actId="113"/>
          <ac:spMkLst>
            <pc:docMk/>
            <pc:sldMk cId="1603662007" sldId="509"/>
            <ac:spMk id="2" creationId="{55004C29-6D7C-AE29-01AA-994C3A8EAC55}"/>
          </ac:spMkLst>
        </pc:spChg>
        <pc:spChg chg="mod">
          <ac:chgData name="Mohammed Fasha" userId="cc64f42d-a1a6-4f08-b97b-0c37f877119f" providerId="ADAL" clId="{7E2E8029-2718-4E74-A1E0-5ED48AB79672}" dt="2025-06-04T04:27:43.926" v="620" actId="27636"/>
          <ac:spMkLst>
            <pc:docMk/>
            <pc:sldMk cId="1603662007" sldId="509"/>
            <ac:spMk id="3" creationId="{DD83B888-1F02-5261-6CAA-AAFBAC75E9A3}"/>
          </ac:spMkLst>
        </pc:spChg>
      </pc:sldChg>
      <pc:sldChg chg="modSp add mod">
        <pc:chgData name="Mohammed Fasha" userId="cc64f42d-a1a6-4f08-b97b-0c37f877119f" providerId="ADAL" clId="{7E2E8029-2718-4E74-A1E0-5ED48AB79672}" dt="2025-06-04T04:28:12.516" v="633" actId="5793"/>
        <pc:sldMkLst>
          <pc:docMk/>
          <pc:sldMk cId="2747417129" sldId="510"/>
        </pc:sldMkLst>
        <pc:spChg chg="mod">
          <ac:chgData name="Mohammed Fasha" userId="cc64f42d-a1a6-4f08-b97b-0c37f877119f" providerId="ADAL" clId="{7E2E8029-2718-4E74-A1E0-5ED48AB79672}" dt="2025-06-04T04:27:58.005" v="629" actId="113"/>
          <ac:spMkLst>
            <pc:docMk/>
            <pc:sldMk cId="2747417129" sldId="510"/>
            <ac:spMk id="2" creationId="{58B8A585-EDCB-F1BF-BAB5-C873A3EB06AD}"/>
          </ac:spMkLst>
        </pc:spChg>
        <pc:spChg chg="mod">
          <ac:chgData name="Mohammed Fasha" userId="cc64f42d-a1a6-4f08-b97b-0c37f877119f" providerId="ADAL" clId="{7E2E8029-2718-4E74-A1E0-5ED48AB79672}" dt="2025-06-04T04:28:12.516" v="633" actId="5793"/>
          <ac:spMkLst>
            <pc:docMk/>
            <pc:sldMk cId="2747417129" sldId="510"/>
            <ac:spMk id="3" creationId="{3A0CBA1D-3C2D-C2D5-1430-28D57D310598}"/>
          </ac:spMkLst>
        </pc:spChg>
      </pc:sldChg>
      <pc:sldChg chg="modSp add mod">
        <pc:chgData name="Mohammed Fasha" userId="cc64f42d-a1a6-4f08-b97b-0c37f877119f" providerId="ADAL" clId="{7E2E8029-2718-4E74-A1E0-5ED48AB79672}" dt="2025-06-04T04:28:43.494" v="648" actId="5793"/>
        <pc:sldMkLst>
          <pc:docMk/>
          <pc:sldMk cId="1798126145" sldId="511"/>
        </pc:sldMkLst>
        <pc:spChg chg="mod">
          <ac:chgData name="Mohammed Fasha" userId="cc64f42d-a1a6-4f08-b97b-0c37f877119f" providerId="ADAL" clId="{7E2E8029-2718-4E74-A1E0-5ED48AB79672}" dt="2025-06-04T04:28:24.532" v="641" actId="27636"/>
          <ac:spMkLst>
            <pc:docMk/>
            <pc:sldMk cId="1798126145" sldId="511"/>
            <ac:spMk id="2" creationId="{80E8F853-FCD3-A579-AEB9-A648F1DB23C7}"/>
          </ac:spMkLst>
        </pc:spChg>
        <pc:spChg chg="mod">
          <ac:chgData name="Mohammed Fasha" userId="cc64f42d-a1a6-4f08-b97b-0c37f877119f" providerId="ADAL" clId="{7E2E8029-2718-4E74-A1E0-5ED48AB79672}" dt="2025-06-04T04:28:43.494" v="648" actId="5793"/>
          <ac:spMkLst>
            <pc:docMk/>
            <pc:sldMk cId="1798126145" sldId="511"/>
            <ac:spMk id="3" creationId="{A375DEE9-89C5-A926-94A5-CAA66B30274D}"/>
          </ac:spMkLst>
        </pc:spChg>
      </pc:sldChg>
      <pc:sldChg chg="modSp new mod">
        <pc:chgData name="Mohammed Fasha" userId="cc64f42d-a1a6-4f08-b97b-0c37f877119f" providerId="ADAL" clId="{7E2E8029-2718-4E74-A1E0-5ED48AB79672}" dt="2025-06-04T07:45:38.565" v="893" actId="5793"/>
        <pc:sldMkLst>
          <pc:docMk/>
          <pc:sldMk cId="18889404" sldId="512"/>
        </pc:sldMkLst>
        <pc:spChg chg="mod">
          <ac:chgData name="Mohammed Fasha" userId="cc64f42d-a1a6-4f08-b97b-0c37f877119f" providerId="ADAL" clId="{7E2E8029-2718-4E74-A1E0-5ED48AB79672}" dt="2025-06-04T07:45:22.506" v="884" actId="113"/>
          <ac:spMkLst>
            <pc:docMk/>
            <pc:sldMk cId="18889404" sldId="512"/>
            <ac:spMk id="2" creationId="{2E8AAFAD-4F13-D81B-8B17-B6638AAA08A1}"/>
          </ac:spMkLst>
        </pc:spChg>
        <pc:spChg chg="mod">
          <ac:chgData name="Mohammed Fasha" userId="cc64f42d-a1a6-4f08-b97b-0c37f877119f" providerId="ADAL" clId="{7E2E8029-2718-4E74-A1E0-5ED48AB79672}" dt="2025-06-04T07:45:38.565" v="893" actId="5793"/>
          <ac:spMkLst>
            <pc:docMk/>
            <pc:sldMk cId="18889404" sldId="512"/>
            <ac:spMk id="3" creationId="{74B6284C-EB0A-B914-984A-9968E5EAE664}"/>
          </ac:spMkLst>
        </pc:spChg>
      </pc:sldChg>
      <pc:sldChg chg="modSp new del mod">
        <pc:chgData name="Mohammed Fasha" userId="cc64f42d-a1a6-4f08-b97b-0c37f877119f" providerId="ADAL" clId="{7E2E8029-2718-4E74-A1E0-5ED48AB79672}" dt="2025-06-04T07:34:03.454" v="875" actId="47"/>
        <pc:sldMkLst>
          <pc:docMk/>
          <pc:sldMk cId="1033865034" sldId="512"/>
        </pc:sldMkLst>
        <pc:spChg chg="mod">
          <ac:chgData name="Mohammed Fasha" userId="cc64f42d-a1a6-4f08-b97b-0c37f877119f" providerId="ADAL" clId="{7E2E8029-2718-4E74-A1E0-5ED48AB79672}" dt="2025-06-04T07:32:05.841" v="822" actId="6549"/>
          <ac:spMkLst>
            <pc:docMk/>
            <pc:sldMk cId="1033865034" sldId="512"/>
            <ac:spMk id="2" creationId="{05B722A5-C6F7-4DD8-588C-E33FF3F1B3DF}"/>
          </ac:spMkLst>
        </pc:spChg>
        <pc:spChg chg="mod">
          <ac:chgData name="Mohammed Fasha" userId="cc64f42d-a1a6-4f08-b97b-0c37f877119f" providerId="ADAL" clId="{7E2E8029-2718-4E74-A1E0-5ED48AB79672}" dt="2025-06-04T07:32:29.006" v="860" actId="20577"/>
          <ac:spMkLst>
            <pc:docMk/>
            <pc:sldMk cId="1033865034" sldId="512"/>
            <ac:spMk id="3" creationId="{7669D3EE-73BA-2F30-9373-A407BBCD0CA2}"/>
          </ac:spMkLst>
        </pc:spChg>
      </pc:sldChg>
      <pc:sldChg chg="add del">
        <pc:chgData name="Mohammed Fasha" userId="cc64f42d-a1a6-4f08-b97b-0c37f877119f" providerId="ADAL" clId="{7E2E8029-2718-4E74-A1E0-5ED48AB79672}" dt="2025-06-04T04:28:45.619" v="649" actId="47"/>
        <pc:sldMkLst>
          <pc:docMk/>
          <pc:sldMk cId="3867559169" sldId="51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354701919" sldId="58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772982877" sldId="59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013144202" sldId="59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04510001" sldId="59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503045661" sldId="59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74268344" sldId="596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148675757" sldId="59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392152533" sldId="59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80194047" sldId="599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146452721" sldId="60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44541146" sldId="60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659845697" sldId="60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464207026" sldId="60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83467534" sldId="60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972625976" sldId="70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004852" sldId="70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555545871" sldId="719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150550060" sldId="72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915229598" sldId="72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17524918" sldId="72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18477773" sldId="72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056700689" sldId="724"/>
        </pc:sldMkLst>
      </pc:sld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19B6BCF0-69C5-47B4-98CC-B0941D29A039}"/>
    <pc:docChg chg="undo redo custSel addSld delSld modSld sldOrd modMainMaster">
      <pc:chgData name="Mohammed Fasha" userId="cc64f42d-a1a6-4f08-b97b-0c37f877119f" providerId="ADAL" clId="{19B6BCF0-69C5-47B4-98CC-B0941D29A039}" dt="2025-04-09T04:34:39.336" v="631" actId="1076"/>
      <pc:docMkLst>
        <pc:docMk/>
      </pc:docMkLst>
      <pc:sldChg chg="modSp mod">
        <pc:chgData name="Mohammed Fasha" userId="cc64f42d-a1a6-4f08-b97b-0c37f877119f" providerId="ADAL" clId="{19B6BCF0-69C5-47B4-98CC-B0941D29A039}" dt="2025-04-09T04:33:31.242" v="608" actId="27636"/>
        <pc:sldMkLst>
          <pc:docMk/>
          <pc:sldMk cId="3241718055" sldId="344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852804652" sldId="3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127906749" sldId="42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339445507" sldId="430"/>
        </pc:sldMkLst>
      </pc:sldChg>
      <pc:sldChg chg="addSp delSp modSp mod">
        <pc:chgData name="Mohammed Fasha" userId="cc64f42d-a1a6-4f08-b97b-0c37f877119f" providerId="ADAL" clId="{19B6BCF0-69C5-47B4-98CC-B0941D29A039}" dt="2025-04-09T04:16:36.518" v="433" actId="1076"/>
        <pc:sldMkLst>
          <pc:docMk/>
          <pc:sldMk cId="1210803598" sldId="478"/>
        </pc:sldMkLst>
      </pc:sldChg>
      <pc:sldChg chg="modSp mod">
        <pc:chgData name="Mohammed Fasha" userId="cc64f42d-a1a6-4f08-b97b-0c37f877119f" providerId="ADAL" clId="{19B6BCF0-69C5-47B4-98CC-B0941D29A039}" dt="2025-04-07T04:00:51.916" v="22" actId="207"/>
        <pc:sldMkLst>
          <pc:docMk/>
          <pc:sldMk cId="1772982877" sldId="590"/>
        </pc:sldMkLst>
      </pc:sldChg>
      <pc:sldChg chg="modSp mod chgLayout">
        <pc:chgData name="Mohammed Fasha" userId="cc64f42d-a1a6-4f08-b97b-0c37f877119f" providerId="ADAL" clId="{19B6BCF0-69C5-47B4-98CC-B0941D29A039}" dt="2025-04-09T04:26:31.177" v="523" actId="700"/>
        <pc:sldMkLst>
          <pc:docMk/>
          <pc:sldMk cId="4204510001" sldId="592"/>
        </pc:sldMkLst>
      </pc:sldChg>
      <pc:sldChg chg="modSp mod chgLayout">
        <pc:chgData name="Mohammed Fasha" userId="cc64f42d-a1a6-4f08-b97b-0c37f877119f" providerId="ADAL" clId="{19B6BCF0-69C5-47B4-98CC-B0941D29A039}" dt="2025-04-09T04:24:52.300" v="492" actId="700"/>
        <pc:sldMkLst>
          <pc:docMk/>
          <pc:sldMk cId="1503045661" sldId="593"/>
        </pc:sldMkLst>
      </pc:sldChg>
      <pc:sldChg chg="addSp delSp modSp mod">
        <pc:chgData name="Mohammed Fasha" userId="cc64f42d-a1a6-4f08-b97b-0c37f877119f" providerId="ADAL" clId="{19B6BCF0-69C5-47B4-98CC-B0941D29A039}" dt="2025-04-09T04:14:48.624" v="428" actId="1076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627652750" sldId="6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839834530" sldId="621"/>
        </pc:sldMkLst>
      </pc:sldChg>
      <pc:sldChg chg="modSp mod">
        <pc:chgData name="Mohammed Fasha" userId="cc64f42d-a1a6-4f08-b97b-0c37f877119f" providerId="ADAL" clId="{19B6BCF0-69C5-47B4-98CC-B0941D29A039}" dt="2025-04-09T04:26:32.504" v="525" actId="404"/>
        <pc:sldMkLst>
          <pc:docMk/>
          <pc:sldMk cId="662689605" sldId="64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942060319" sldId="650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916802035" sldId="651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892622100" sldId="65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680231355" sldId="66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620993364" sldId="672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2004852" sldId="708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096386322" sldId="7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784058309" sldId="71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139017106" sldId="71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043812923" sldId="718"/>
        </pc:sldMkLst>
      </pc:sldChg>
      <pc:sldChg chg="addSp delSp modSp new add del mod">
        <pc:chgData name="Mohammed Fasha" userId="cc64f42d-a1a6-4f08-b97b-0c37f877119f" providerId="ADAL" clId="{19B6BCF0-69C5-47B4-98CC-B0941D29A039}" dt="2025-04-09T04:34:39.336" v="631" actId="1076"/>
        <pc:sldMkLst>
          <pc:docMk/>
          <pc:sldMk cId="555545871" sldId="719"/>
        </pc:sldMkLst>
      </pc:sldChg>
      <pc:sldChg chg="addSp delSp modSp new del mod">
        <pc:chgData name="Mohammed Fasha" userId="cc64f42d-a1a6-4f08-b97b-0c37f877119f" providerId="ADAL" clId="{19B6BCF0-69C5-47B4-98CC-B0941D29A039}" dt="2025-04-07T04:08:55.256" v="104" actId="2696"/>
        <pc:sldMkLst>
          <pc:docMk/>
          <pc:sldMk cId="2947275043" sldId="720"/>
        </pc:sldMkLst>
      </pc:sldChg>
      <pc:sldChg chg="addSp delSp modSp add del mod ord">
        <pc:chgData name="Mohammed Fasha" userId="cc64f42d-a1a6-4f08-b97b-0c37f877119f" providerId="ADAL" clId="{19B6BCF0-69C5-47B4-98CC-B0941D29A039}" dt="2025-04-09T04:32:45.968" v="563" actId="2696"/>
        <pc:sldMkLst>
          <pc:docMk/>
          <pc:sldMk cId="3150113204" sldId="720"/>
        </pc:sldMkLst>
      </pc:sldChg>
      <pc:sldChg chg="modSp add mod">
        <pc:chgData name="Mohammed Fasha" userId="cc64f42d-a1a6-4f08-b97b-0c37f877119f" providerId="ADAL" clId="{19B6BCF0-69C5-47B4-98CC-B0941D29A039}" dt="2025-04-09T04:33:34.769" v="611" actId="27636"/>
        <pc:sldMkLst>
          <pc:docMk/>
          <pc:sldMk cId="3150550060" sldId="720"/>
        </pc:sldMkLst>
      </pc:sldChg>
      <pc:sldChg chg="add">
        <pc:chgData name="Mohammed Fasha" userId="cc64f42d-a1a6-4f08-b97b-0c37f877119f" providerId="ADAL" clId="{19B6BCF0-69C5-47B4-98CC-B0941D29A039}" dt="2025-04-09T04:33:17.533" v="605"/>
        <pc:sldMkLst>
          <pc:docMk/>
          <pc:sldMk cId="1915229598" sldId="721"/>
        </pc:sldMkLst>
      </pc:sldChg>
      <pc:sldChg chg="addSp delSp modSp new del mod">
        <pc:chgData name="Mohammed Fasha" userId="cc64f42d-a1a6-4f08-b97b-0c37f877119f" providerId="ADAL" clId="{19B6BCF0-69C5-47B4-98CC-B0941D29A039}" dt="2025-04-09T04:32:45.968" v="563" actId="2696"/>
        <pc:sldMkLst>
          <pc:docMk/>
          <pc:sldMk cId="4183243958" sldId="721"/>
        </pc:sldMkLst>
      </pc:sldChg>
      <pc:sldChg chg="modSp new del mod">
        <pc:chgData name="Mohammed Fasha" userId="cc64f42d-a1a6-4f08-b97b-0c37f877119f" providerId="ADAL" clId="{19B6BCF0-69C5-47B4-98CC-B0941D29A039}" dt="2025-04-07T04:12:17.364" v="158" actId="680"/>
        <pc:sldMkLst>
          <pc:docMk/>
          <pc:sldMk cId="3245137052" sldId="722"/>
        </pc:sldMkLst>
      </pc:sldChg>
      <pc:sldChg chg="modSp new mod">
        <pc:chgData name="Mohammed Fasha" userId="cc64f42d-a1a6-4f08-b97b-0c37f877119f" providerId="ADAL" clId="{19B6BCF0-69C5-47B4-98CC-B0941D29A039}" dt="2025-04-07T04:19:02.971" v="311" actId="404"/>
        <pc:sldMkLst>
          <pc:docMk/>
          <pc:sldMk cId="3417524918" sldId="722"/>
        </pc:sldMkLst>
      </pc:sldChg>
      <pc:sldChg chg="modSp new del mod">
        <pc:chgData name="Mohammed Fasha" userId="cc64f42d-a1a6-4f08-b97b-0c37f877119f" providerId="ADAL" clId="{19B6BCF0-69C5-47B4-98CC-B0941D29A039}" dt="2025-04-09T04:00:40.794" v="375" actId="47"/>
        <pc:sldMkLst>
          <pc:docMk/>
          <pc:sldMk cId="180109985" sldId="723"/>
        </pc:sldMkLst>
      </pc:sldChg>
      <pc:sldChg chg="addSp delSp modSp new mod modClrScheme chgLayout">
        <pc:chgData name="Mohammed Fasha" userId="cc64f42d-a1a6-4f08-b97b-0c37f877119f" providerId="ADAL" clId="{19B6BCF0-69C5-47B4-98CC-B0941D29A039}" dt="2025-04-09T04:33:02.362" v="604" actId="20577"/>
        <pc:sldMkLst>
          <pc:docMk/>
          <pc:sldMk cId="218477773" sldId="723"/>
        </pc:sldMkLst>
      </pc:sldChg>
      <pc:sldChg chg="addSp delSp modSp new del mod">
        <pc:chgData name="Mohammed Fasha" userId="cc64f42d-a1a6-4f08-b97b-0c37f877119f" providerId="ADAL" clId="{19B6BCF0-69C5-47B4-98CC-B0941D29A039}" dt="2025-04-09T04:02:01.456" v="378" actId="47"/>
        <pc:sldMkLst>
          <pc:docMk/>
          <pc:sldMk cId="2150408616" sldId="724"/>
        </pc:sldMkLst>
      </pc:sldChg>
      <pc:sldChg chg="modSp add mod">
        <pc:chgData name="Mohammed Fasha" userId="cc64f42d-a1a6-4f08-b97b-0c37f877119f" providerId="ADAL" clId="{19B6BCF0-69C5-47B4-98CC-B0941D29A039}" dt="2025-04-09T04:33:53.274" v="628" actId="27636"/>
        <pc:sldMkLst>
          <pc:docMk/>
          <pc:sldMk cId="3056700689" sldId="724"/>
        </pc:sldMkLst>
      </pc:sldChg>
      <pc:sldChg chg="addSp delSp modSp new add del mod">
        <pc:chgData name="Mohammed Fasha" userId="cc64f42d-a1a6-4f08-b97b-0c37f877119f" providerId="ADAL" clId="{19B6BCF0-69C5-47B4-98CC-B0941D29A039}" dt="2025-04-09T04:32:31.834" v="562" actId="47"/>
        <pc:sldMkLst>
          <pc:docMk/>
          <pc:sldMk cId="1308458687" sldId="725"/>
        </pc:sldMkLst>
      </pc:sldChg>
      <pc:sldChg chg="addSp delSp modSp new del mod">
        <pc:chgData name="Mohammed Fasha" userId="cc64f42d-a1a6-4f08-b97b-0c37f877119f" providerId="ADAL" clId="{19B6BCF0-69C5-47B4-98CC-B0941D29A039}" dt="2025-04-09T04:32:26.748" v="561" actId="47"/>
        <pc:sldMkLst>
          <pc:docMk/>
          <pc:sldMk cId="745892495" sldId="726"/>
        </pc:sldMkLst>
      </pc:sldChg>
      <pc:sldChg chg="addSp delSp modSp new add del mod">
        <pc:chgData name="Mohammed Fasha" userId="cc64f42d-a1a6-4f08-b97b-0c37f877119f" providerId="ADAL" clId="{19B6BCF0-69C5-47B4-98CC-B0941D29A039}" dt="2025-04-09T04:27:26.321" v="531" actId="47"/>
        <pc:sldMkLst>
          <pc:docMk/>
          <pc:sldMk cId="2248567439" sldId="726"/>
        </pc:sldMkLst>
      </pc:sldChg>
      <pc:sldMasterChg chg="modSldLayout">
        <pc:chgData name="Mohammed Fasha" userId="cc64f42d-a1a6-4f08-b97b-0c37f877119f" providerId="ADAL" clId="{19B6BCF0-69C5-47B4-98CC-B0941D29A039}" dt="2025-04-09T04:24:26.302" v="479" actId="404"/>
        <pc:sldMasterMkLst>
          <pc:docMk/>
          <pc:sldMasterMk cId="742811419" sldId="2147483648"/>
        </pc:sldMasterMkLst>
        <pc:sldLayoutChg chg="modSp">
          <pc:chgData name="Mohammed Fasha" userId="cc64f42d-a1a6-4f08-b97b-0c37f877119f" providerId="ADAL" clId="{19B6BCF0-69C5-47B4-98CC-B0941D29A039}" dt="2025-04-09T04:24:26.302" v="479" actId="404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19B6BCF0-69C5-47B4-98CC-B0941D29A039}" dt="2025-04-09T04:24:26.302" v="479" actId="404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</pc:sldMaster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FEC9C214-E726-4192-8176-A8C9AACEB478}"/>
    <pc:docChg chg="custSel addSld delSld modSld">
      <pc:chgData name="Mohammed Fasha" userId="cc64f42d-a1a6-4f08-b97b-0c37f877119f" providerId="ADAL" clId="{FEC9C214-E726-4192-8176-A8C9AACEB478}" dt="2025-05-16T05:43:36.510" v="126" actId="2696"/>
      <pc:docMkLst>
        <pc:docMk/>
      </pc:docMkLst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07684796" sldId="33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587789057" sldId="42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27906749" sldId="42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1491219" sldId="42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39445507" sldId="43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89046835" sldId="431"/>
        </pc:sldMkLst>
      </pc:sldChg>
      <pc:sldChg chg="modSp mod">
        <pc:chgData name="Mohammed Fasha" userId="cc64f42d-a1a6-4f08-b97b-0c37f877119f" providerId="ADAL" clId="{FEC9C214-E726-4192-8176-A8C9AACEB478}" dt="2025-05-16T05:42:48.998" v="99" actId="6549"/>
        <pc:sldMkLst>
          <pc:docMk/>
          <pc:sldMk cId="4208461039" sldId="447"/>
        </pc:sldMkLst>
      </pc:sldChg>
      <pc:sldChg chg="modSp mod">
        <pc:chgData name="Mohammed Fasha" userId="cc64f42d-a1a6-4f08-b97b-0c37f877119f" providerId="ADAL" clId="{FEC9C214-E726-4192-8176-A8C9AACEB478}" dt="2025-05-16T05:43:13.101" v="125" actId="6549"/>
        <pc:sldMkLst>
          <pc:docMk/>
          <pc:sldMk cId="2297456757" sldId="483"/>
        </pc:sldMkLst>
        <pc:spChg chg="mod">
          <ac:chgData name="Mohammed Fasha" userId="cc64f42d-a1a6-4f08-b97b-0c37f877119f" providerId="ADAL" clId="{FEC9C214-E726-4192-8176-A8C9AACEB478}" dt="2025-05-16T05:43:13.101" v="125" actId="6549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86650541" sldId="51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271956779" sldId="51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281221656" sldId="52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77973779" sldId="60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481256" sldId="61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040874025" sldId="61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9592497" sldId="61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535314737" sldId="61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27652750" sldId="61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3212581" sldId="61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29135496" sldId="61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80276415" sldId="61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46730148" sldId="61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839834530" sldId="62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34309461" sldId="62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69580935" sldId="63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38240985" sldId="63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75291572" sldId="638"/>
        </pc:sldMkLst>
      </pc:sldChg>
      <pc:sldChg chg="modSp 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45145303" sldId="64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135291414" sldId="64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030124935" sldId="64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68644593" sldId="64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743226386" sldId="64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02107314" sldId="64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62689605" sldId="64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42060319" sldId="65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61130053" sldId="65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585687456" sldId="65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92622100" sldId="65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555764928" sldId="65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61426122" sldId="65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990045589" sldId="65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575039538" sldId="66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54491934" sldId="66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80180774" sldId="66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898885298" sldId="66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52660250" sldId="66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80231355" sldId="669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960150938" sldId="67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605011436" sldId="67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20993364" sldId="67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65119215" sldId="67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70303756" sldId="67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77854815" sldId="67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454522070" sldId="67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77124484" sldId="68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30096202" sldId="68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28652623" sldId="68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916102856" sldId="68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20697854" sldId="68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0683555" sldId="68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788308240" sldId="68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60737293" sldId="68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987101698" sldId="69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982708772" sldId="69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424197979" sldId="69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97141369" sldId="69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17643237" sldId="69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47717824" sldId="70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85160177" sldId="70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862107672" sldId="70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142780366" sldId="70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7871309" sldId="70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114896152" sldId="71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94385322" sldId="71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01206727" sldId="71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99972066" sldId="71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270641495" sldId="714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096386322" sldId="71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784058309" sldId="716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3139017106" sldId="71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43812923" sldId="718"/>
        </pc:sldMkLst>
      </pc:sldChg>
      <pc:sldChg chg="modSp del mod">
        <pc:chgData name="Mohammed Fasha" userId="cc64f42d-a1a6-4f08-b97b-0c37f877119f" providerId="ADAL" clId="{FEC9C214-E726-4192-8176-A8C9AACEB478}" dt="2025-05-12T03:04:56.963" v="45" actId="2696"/>
        <pc:sldMkLst>
          <pc:docMk/>
          <pc:sldMk cId="666527140" sldId="725"/>
        </pc:sldMkLst>
      </pc:sldChg>
      <pc:sldChg chg="add 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280465272" sldId="72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660604927" sldId="72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051640529" sldId="728"/>
        </pc:sldMkLst>
      </pc:sldChg>
      <pc:sldChg chg="modSp new del mod">
        <pc:chgData name="Mohammed Fasha" userId="cc64f42d-a1a6-4f08-b97b-0c37f877119f" providerId="ADAL" clId="{FEC9C214-E726-4192-8176-A8C9AACEB478}" dt="2025-05-12T03:11:40.927" v="51" actId="47"/>
        <pc:sldMkLst>
          <pc:docMk/>
          <pc:sldMk cId="1223704259" sldId="729"/>
        </pc:sldMkLst>
      </pc:sldChg>
      <pc:sldChg chg="add del">
        <pc:chgData name="Mohammed Fasha" userId="cc64f42d-a1a6-4f08-b97b-0c37f877119f" providerId="ADAL" clId="{FEC9C214-E726-4192-8176-A8C9AACEB478}" dt="2025-05-12T03:06:57.298" v="49"/>
        <pc:sldMkLst>
          <pc:docMk/>
          <pc:sldMk cId="3927078588" sldId="730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25C05559-E4DC-4EE1-91BC-1444D09EE869}"/>
    <pc:docChg chg="undo custSel addSld delSld modSld sldOrd">
      <pc:chgData name="Mohammed Fasha" userId="cc64f42d-a1a6-4f08-b97b-0c37f877119f" providerId="ADAL" clId="{25C05559-E4DC-4EE1-91BC-1444D09EE869}" dt="2025-04-30T07:51:18.812" v="264" actId="47"/>
      <pc:docMkLst>
        <pc:docMk/>
      </pc:docMkLst>
      <pc:sldChg chg="modSp mod">
        <pc:chgData name="Mohammed Fasha" userId="cc64f42d-a1a6-4f08-b97b-0c37f877119f" providerId="ADAL" clId="{25C05559-E4DC-4EE1-91BC-1444D09EE869}" dt="2025-04-16T06:14:55.232" v="16" actId="1076"/>
        <pc:sldMkLst>
          <pc:docMk/>
          <pc:sldMk cId="1499958888" sldId="394"/>
        </pc:sldMkLst>
      </pc:sldChg>
      <pc:sldChg chg="delSp modSp mod delAnim">
        <pc:chgData name="Mohammed Fasha" userId="cc64f42d-a1a6-4f08-b97b-0c37f877119f" providerId="ADAL" clId="{25C05559-E4DC-4EE1-91BC-1444D09EE869}" dt="2025-04-16T06:43:36.666" v="20" actId="478"/>
        <pc:sldMkLst>
          <pc:docMk/>
          <pc:sldMk cId="2905491798" sldId="440"/>
        </pc:sldMkLst>
      </pc:sldChg>
      <pc:sldChg chg="modSp mod">
        <pc:chgData name="Mohammed Fasha" userId="cc64f42d-a1a6-4f08-b97b-0c37f877119f" providerId="ADAL" clId="{25C05559-E4DC-4EE1-91BC-1444D09EE869}" dt="2025-04-09T06:23:26.187" v="0" actId="20577"/>
        <pc:sldMkLst>
          <pc:docMk/>
          <pc:sldMk cId="2297456757" sldId="483"/>
        </pc:sldMkLst>
        <pc:spChg chg="mod">
          <ac:chgData name="Mohammed Fasha" userId="cc64f42d-a1a6-4f08-b97b-0c37f877119f" providerId="ADAL" clId="{25C05559-E4DC-4EE1-91BC-1444D09EE869}" dt="2025-04-09T06:23:26.187" v="0" actId="20577"/>
          <ac:spMkLst>
            <pc:docMk/>
            <pc:sldMk cId="2297456757" sldId="483"/>
            <ac:spMk id="5" creationId="{89403830-E271-DAA0-8838-E295A84A8B5B}"/>
          </ac:spMkLst>
        </pc:spChg>
      </pc:sldChg>
      <pc:sldChg chg="ord">
        <pc:chgData name="Mohammed Fasha" userId="cc64f42d-a1a6-4f08-b97b-0c37f877119f" providerId="ADAL" clId="{25C05559-E4DC-4EE1-91BC-1444D09EE869}" dt="2025-04-16T06:46:21.733" v="23" actId="20578"/>
        <pc:sldMkLst>
          <pc:docMk/>
          <pc:sldMk cId="3480194047" sldId="599"/>
        </pc:sldMkLst>
      </pc:sldChg>
      <pc:sldChg chg="modSp mod">
        <pc:chgData name="Mohammed Fasha" userId="cc64f42d-a1a6-4f08-b97b-0c37f877119f" providerId="ADAL" clId="{25C05559-E4DC-4EE1-91BC-1444D09EE869}" dt="2025-04-16T06:46:47.902" v="27" actId="404"/>
        <pc:sldMkLst>
          <pc:docMk/>
          <pc:sldMk cId="3146452721" sldId="600"/>
        </pc:sldMkLst>
      </pc:sldChg>
      <pc:sldChg chg="delSp mod">
        <pc:chgData name="Mohammed Fasha" userId="cc64f42d-a1a6-4f08-b97b-0c37f877119f" providerId="ADAL" clId="{25C05559-E4DC-4EE1-91BC-1444D09EE869}" dt="2025-04-16T06:47:57.131" v="35" actId="21"/>
        <pc:sldMkLst>
          <pc:docMk/>
          <pc:sldMk cId="202107314" sldId="647"/>
        </pc:sldMkLst>
      </pc:sldChg>
      <pc:sldChg chg="modSp mod">
        <pc:chgData name="Mohammed Fasha" userId="cc64f42d-a1a6-4f08-b97b-0c37f877119f" providerId="ADAL" clId="{25C05559-E4DC-4EE1-91BC-1444D09EE869}" dt="2025-04-16T06:48:42.467" v="40" actId="14100"/>
        <pc:sldMkLst>
          <pc:docMk/>
          <pc:sldMk cId="3454522070" sldId="679"/>
        </pc:sldMkLst>
      </pc:sldChg>
      <pc:sldChg chg="modSp mod">
        <pc:chgData name="Mohammed Fasha" userId="cc64f42d-a1a6-4f08-b97b-0c37f877119f" providerId="ADAL" clId="{25C05559-E4DC-4EE1-91BC-1444D09EE869}" dt="2025-04-16T06:49:10.468" v="48" actId="404"/>
        <pc:sldMkLst>
          <pc:docMk/>
          <pc:sldMk cId="2856814121" sldId="681"/>
        </pc:sldMkLst>
      </pc:sldChg>
      <pc:sldChg chg="modSp mod">
        <pc:chgData name="Mohammed Fasha" userId="cc64f42d-a1a6-4f08-b97b-0c37f877119f" providerId="ADAL" clId="{25C05559-E4DC-4EE1-91BC-1444D09EE869}" dt="2025-04-16T06:48:55.287" v="46" actId="27636"/>
        <pc:sldMkLst>
          <pc:docMk/>
          <pc:sldMk cId="265576630" sldId="698"/>
        </pc:sldMkLst>
      </pc:sldChg>
      <pc:sldChg chg="modSp">
        <pc:chgData name="Mohammed Fasha" userId="cc64f42d-a1a6-4f08-b97b-0c37f877119f" providerId="ADAL" clId="{25C05559-E4DC-4EE1-91BC-1444D09EE869}" dt="2025-04-16T06:48:02.658" v="36" actId="1076"/>
        <pc:sldMkLst>
          <pc:docMk/>
          <pc:sldMk cId="3085160177" sldId="704"/>
        </pc:sldMkLst>
      </pc:sldChg>
      <pc:sldChg chg="modSp mod">
        <pc:chgData name="Mohammed Fasha" userId="cc64f42d-a1a6-4f08-b97b-0c37f877119f" providerId="ADAL" clId="{25C05559-E4DC-4EE1-91BC-1444D09EE869}" dt="2025-04-16T06:47:18.630" v="34" actId="1076"/>
        <pc:sldMkLst>
          <pc:docMk/>
          <pc:sldMk cId="32004852" sldId="708"/>
        </pc:sldMkLst>
      </pc:sldChg>
      <pc:sldChg chg="addSp delSp modSp mod">
        <pc:chgData name="Mohammed Fasha" userId="cc64f42d-a1a6-4f08-b97b-0c37f877119f" providerId="ADAL" clId="{25C05559-E4DC-4EE1-91BC-1444D09EE869}" dt="2025-04-16T06:14:10.424" v="11" actId="167"/>
        <pc:sldMkLst>
          <pc:docMk/>
          <pc:sldMk cId="3150550060" sldId="720"/>
        </pc:sldMkLst>
      </pc:sldChg>
      <pc:sldChg chg="addSp modSp new mod">
        <pc:chgData name="Mohammed Fasha" userId="cc64f42d-a1a6-4f08-b97b-0c37f877119f" providerId="ADAL" clId="{25C05559-E4DC-4EE1-91BC-1444D09EE869}" dt="2025-04-30T06:40:50.224" v="212" actId="6549"/>
        <pc:sldMkLst>
          <pc:docMk/>
          <pc:sldMk cId="666527140" sldId="725"/>
        </pc:sldMkLst>
      </pc:sldChg>
      <pc:sldChg chg="addSp delSp modSp new mod">
        <pc:chgData name="Mohammed Fasha" userId="cc64f42d-a1a6-4f08-b97b-0c37f877119f" providerId="ADAL" clId="{25C05559-E4DC-4EE1-91BC-1444D09EE869}" dt="2025-04-30T07:05:36.135" v="263" actId="122"/>
        <pc:sldMkLst>
          <pc:docMk/>
          <pc:sldMk cId="3660604927" sldId="726"/>
        </pc:sldMkLst>
      </pc:sldChg>
      <pc:sldChg chg="add del">
        <pc:chgData name="Mohammed Fasha" userId="cc64f42d-a1a6-4f08-b97b-0c37f877119f" providerId="ADAL" clId="{25C05559-E4DC-4EE1-91BC-1444D09EE869}" dt="2025-04-30T07:51:18.812" v="264" actId="47"/>
        <pc:sldMkLst>
          <pc:docMk/>
          <pc:sldMk cId="2399550384" sldId="727"/>
        </pc:sldMkLst>
      </pc:sldChg>
      <pc:sldChg chg="modSp add mod ord">
        <pc:chgData name="Mohammed Fasha" userId="cc64f42d-a1a6-4f08-b97b-0c37f877119f" providerId="ADAL" clId="{25C05559-E4DC-4EE1-91BC-1444D09EE869}" dt="2025-04-30T06:47:23.280" v="238" actId="20577"/>
        <pc:sldMkLst>
          <pc:docMk/>
          <pc:sldMk cId="4051640529" sldId="728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C3971-340B-41A2-ABD3-FB1A577E48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16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E9DF1-2223-C2DE-EF40-211A8D65C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ar-JO" sz="4800" b="0" dirty="0"/>
              <a:t>307304</a:t>
            </a:r>
            <a:br>
              <a:rPr lang="en-US" sz="4800" b="0" dirty="0"/>
            </a:br>
            <a:r>
              <a:rPr lang="en-US" sz="4800" b="0" dirty="0"/>
              <a:t>Data Mining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403830-E271-DAA0-8838-E295A84A8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Association Rules Mining &amp; </a:t>
            </a:r>
            <a:r>
              <a:rPr lang="en-US" sz="3200" dirty="0" err="1"/>
              <a:t>Apriori</a:t>
            </a:r>
            <a:r>
              <a:rPr lang="en-US" sz="3200" dirty="0"/>
              <a:t> Algorithm</a:t>
            </a:r>
          </a:p>
          <a:p>
            <a:r>
              <a:rPr lang="en-US" sz="3200" dirty="0"/>
              <a:t>2024-2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9D2B-B071-27AF-98C9-C09B74A3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7997-8174-92C7-7767-25A4F07C8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By the end of this lecture, you will:</a:t>
            </a:r>
          </a:p>
          <a:p>
            <a:r>
              <a:rPr lang="en-US" dirty="0"/>
              <a:t>Understand association rules and their real-world applications</a:t>
            </a:r>
          </a:p>
          <a:p>
            <a:r>
              <a:rPr lang="en-US" dirty="0"/>
              <a:t>Master key metrics: support, confidence, and lift</a:t>
            </a:r>
          </a:p>
          <a:p>
            <a:r>
              <a:rPr lang="en-US" dirty="0"/>
              <a:t>See how each metric helps filter and rank rules</a:t>
            </a:r>
          </a:p>
          <a:p>
            <a:r>
              <a:rPr lang="en-US" dirty="0"/>
              <a:t>Explain the </a:t>
            </a:r>
            <a:r>
              <a:rPr lang="en-US" dirty="0" err="1"/>
              <a:t>Apriori</a:t>
            </a:r>
            <a:r>
              <a:rPr lang="en-US" dirty="0"/>
              <a:t> algorithm step-by-step</a:t>
            </a:r>
          </a:p>
          <a:p>
            <a:r>
              <a:rPr lang="en-US" dirty="0"/>
              <a:t>Apply the algorithm to find actionable business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0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4D14-84D5-D52C-FBA7-E063B341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AC91-8DE2-9F0B-09B6-E3949BB8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We Actually Associating?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208B-AF09-6A8E-7623-44834ADB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Real-World Association Examples</a:t>
            </a:r>
          </a:p>
          <a:p>
            <a:r>
              <a:rPr lang="en-US" b="1" dirty="0"/>
              <a:t>Retail/E-commerce:</a:t>
            </a:r>
            <a:endParaRPr lang="en-US" dirty="0"/>
          </a:p>
          <a:p>
            <a:pPr lvl="1"/>
            <a:r>
              <a:rPr lang="en-US" b="1" dirty="0"/>
              <a:t>Items ↔ Items:</a:t>
            </a:r>
            <a:r>
              <a:rPr lang="en-US" dirty="0"/>
              <a:t> "Customers who buy butter also buy bread"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Product placement, cross-selling, bundle offers</a:t>
            </a:r>
          </a:p>
          <a:p>
            <a:r>
              <a:rPr lang="en-US" b="1" dirty="0"/>
              <a:t>Healthcare:</a:t>
            </a:r>
            <a:endParaRPr lang="en-US" dirty="0"/>
          </a:p>
          <a:p>
            <a:pPr lvl="1"/>
            <a:r>
              <a:rPr lang="en-US" b="1" dirty="0"/>
              <a:t>Symptoms ↔ Diseases:</a:t>
            </a:r>
            <a:r>
              <a:rPr lang="en-US" dirty="0"/>
              <a:t> "Patients with fever and headache often have flu"</a:t>
            </a:r>
          </a:p>
          <a:p>
            <a:pPr lvl="1"/>
            <a:r>
              <a:rPr lang="en-US" b="1" dirty="0"/>
              <a:t>Drugs ↔ Side Effects:</a:t>
            </a:r>
            <a:r>
              <a:rPr lang="en-US" dirty="0"/>
              <a:t> "Patients taking Drug A often experience nausea"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Diagnosis support, drug safety monitoring</a:t>
            </a:r>
          </a:p>
          <a:p>
            <a:r>
              <a:rPr lang="en-US" b="1" dirty="0"/>
              <a:t>Web Analytics:</a:t>
            </a:r>
            <a:endParaRPr lang="en-US" dirty="0"/>
          </a:p>
          <a:p>
            <a:pPr lvl="1"/>
            <a:r>
              <a:rPr lang="en-US" b="1" dirty="0"/>
              <a:t>Pages ↔ Pages:</a:t>
            </a:r>
            <a:r>
              <a:rPr lang="en-US" dirty="0"/>
              <a:t> "Users who visit Product Page A also visit Product Page B"</a:t>
            </a:r>
          </a:p>
          <a:p>
            <a:pPr lvl="1"/>
            <a:r>
              <a:rPr lang="en-US" b="1" dirty="0"/>
              <a:t>Actions ↔ Actions:</a:t>
            </a:r>
            <a:r>
              <a:rPr lang="en-US" dirty="0"/>
              <a:t> "Users who click 'Add to Cart' also click 'View Reviews'"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Website optimization, content recommendations</a:t>
            </a:r>
          </a:p>
          <a:p>
            <a:pPr marL="0" lvl="1" indent="0">
              <a:buNone/>
            </a:pPr>
            <a:r>
              <a:rPr lang="en-US" b="1" dirty="0"/>
              <a:t>The Key Question:</a:t>
            </a:r>
            <a:r>
              <a:rPr lang="en-US" dirty="0"/>
              <a:t> </a:t>
            </a:r>
            <a:r>
              <a:rPr lang="en-US" b="1" dirty="0"/>
              <a:t>"When X happens, what else is likely to happen?"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2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5326E-9942-34A1-4BC8-5FCD76B8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E8BB-7667-03ED-871D-1A09FFC8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Association Rules Matter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0D09-1A60-3190-5579-2259B299C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Business Impact Examples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Supermarket Chain Discovery:</a:t>
            </a: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Rule: {Butter} → {Bread} (confidence: 65%, lift: 1.8)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Action:</a:t>
            </a:r>
            <a:r>
              <a:rPr lang="en-US" altLang="en-US" dirty="0"/>
              <a:t> Place Butter close to Bread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Result:</a:t>
            </a:r>
            <a:r>
              <a:rPr lang="en-US" altLang="en-US" dirty="0"/>
              <a:t> 25% increase in Butter sales on weekends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E-commerce Recommendation:</a:t>
            </a: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Rule: {iPhone} → {Phone Case} (confidence: 78%, lift: 2.1)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Action:</a:t>
            </a:r>
            <a:r>
              <a:rPr lang="en-US" altLang="en-US" dirty="0"/>
              <a:t> Auto-suggest phone cases during iPhone checkout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Result:</a:t>
            </a:r>
            <a:r>
              <a:rPr lang="en-US" altLang="en-US" dirty="0"/>
              <a:t> 40% of iPhone buyers also purchase cases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Website Navigation:</a:t>
            </a: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Rule: {View Pricing} → {Contact Sales} (confidence: 45%, lift: 3.2)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Action:</a:t>
            </a:r>
            <a:r>
              <a:rPr lang="en-US" altLang="en-US" dirty="0"/>
              <a:t> Add prominent "Contact Sales" button on pricing page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Result:</a:t>
            </a:r>
            <a:r>
              <a:rPr lang="en-US" altLang="en-US" dirty="0"/>
              <a:t> 60% increase in sales inquiries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28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40F9-B9E2-B8E8-9000-E62CE586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3B80-800E-A863-13DB-91B41F70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Terminology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6C90679-34C7-D309-8F12-3418E50E2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909309"/>
              </p:ext>
            </p:extLst>
          </p:nvPr>
        </p:nvGraphicFramePr>
        <p:xfrm>
          <a:off x="751703" y="3392957"/>
          <a:ext cx="3807940" cy="335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0741">
                  <a:extLst>
                    <a:ext uri="{9D8B030D-6E8A-4147-A177-3AD203B41FA5}">
                      <a16:colId xmlns:a16="http://schemas.microsoft.com/office/drawing/2014/main" val="83576377"/>
                    </a:ext>
                  </a:extLst>
                </a:gridCol>
                <a:gridCol w="2477199">
                  <a:extLst>
                    <a:ext uri="{9D8B030D-6E8A-4147-A177-3AD203B41FA5}">
                      <a16:colId xmlns:a16="http://schemas.microsoft.com/office/drawing/2014/main" val="62154499"/>
                    </a:ext>
                  </a:extLst>
                </a:gridCol>
              </a:tblGrid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Transaction ID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Items Purchased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61814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Milk,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28468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7063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41531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21022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Eggs,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921480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32055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Butter,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799868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74323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1146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{Eggs,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14801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BDD767E-EE4D-A94D-1BCC-A56951A51E7B}"/>
              </a:ext>
            </a:extLst>
          </p:cNvPr>
          <p:cNvSpPr txBox="1"/>
          <p:nvPr/>
        </p:nvSpPr>
        <p:spPr>
          <a:xfrm>
            <a:off x="838200" y="2067842"/>
            <a:ext cx="6094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Transaction:</a:t>
            </a:r>
            <a:r>
              <a:rPr lang="en-US" dirty="0"/>
              <a:t> One customer's shopping trip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Itemset:</a:t>
            </a:r>
            <a:r>
              <a:rPr lang="en-US" dirty="0"/>
              <a:t> Group of items, e.g., {Bread, Milk}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Association Rule:</a:t>
            </a:r>
            <a:r>
              <a:rPr lang="en-US" dirty="0"/>
              <a:t> X → Y, e.g., {Bread} → {Milk}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69ABBB5-2CA6-18FD-9BD8-FE09CD880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04503"/>
            <a:ext cx="24256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Grocery Store Dataset</a:t>
            </a:r>
          </a:p>
        </p:txBody>
      </p:sp>
      <p:pic>
        <p:nvPicPr>
          <p:cNvPr id="4" name="Picture 3" descr="A close-up of a paper&#10;&#10;AI-generated content may be incorrect.">
            <a:extLst>
              <a:ext uri="{FF2B5EF4-FFF2-40B4-BE49-F238E27FC236}">
                <a16:creationId xmlns:a16="http://schemas.microsoft.com/office/drawing/2014/main" id="{FE62F33E-DC36-69B1-6BA4-3F72051C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478" y="1690390"/>
            <a:ext cx="4221322" cy="50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4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F617-7B80-90D1-EEDC-570C9A79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C929-DD69-47BD-1459-A84B2EC5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- "How Popular Is This Pattern?"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B45B-22EE-19E8-1CDD-A9BA18DE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001265" cy="49910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Percentage of transactions containing the itemset</a:t>
            </a:r>
          </a:p>
          <a:p>
            <a:pPr marL="0" indent="0">
              <a:buNone/>
            </a:pPr>
            <a:r>
              <a:rPr lang="en-US" b="1" dirty="0"/>
              <a:t>Formula</a:t>
            </a:r>
          </a:p>
          <a:p>
            <a:r>
              <a:rPr lang="en-US" dirty="0"/>
              <a:t>Support(X) = Count(transactions with X) / Total transactions</a:t>
            </a:r>
          </a:p>
          <a:p>
            <a:pPr marL="0" indent="0">
              <a:buNone/>
            </a:pPr>
            <a:r>
              <a:rPr lang="en-US" b="1" dirty="0"/>
              <a:t>Calculations from Our Data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Support({Bread}) = 6/10 = 60%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Support({Milk}) = 5/10 = 50%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Support({Butter}) = 5/10 = 50%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Support({Cheese}) = 6/10 = 60%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Support({Bread, Milk}) = 3/10 = 30%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Support({Butter, Cheese}) = 4/10 = 40%</a:t>
            </a:r>
          </a:p>
          <a:p>
            <a:pPr marL="0" indent="0">
              <a:buNone/>
            </a:pPr>
            <a:r>
              <a:rPr lang="en-US" b="1" dirty="0"/>
              <a:t>Why Support Matters</a:t>
            </a:r>
          </a:p>
          <a:p>
            <a:r>
              <a:rPr lang="en-US" b="1" dirty="0"/>
              <a:t>High support:</a:t>
            </a:r>
            <a:r>
              <a:rPr lang="en-US" dirty="0"/>
              <a:t> Common, reliable patterns</a:t>
            </a:r>
          </a:p>
          <a:p>
            <a:r>
              <a:rPr lang="en-US" b="1" dirty="0"/>
              <a:t>Low support:</a:t>
            </a:r>
            <a:r>
              <a:rPr lang="en-US" dirty="0"/>
              <a:t> Rare, potentially spurious patterns</a:t>
            </a:r>
          </a:p>
          <a:p>
            <a:r>
              <a:rPr lang="en-US" b="1" dirty="0"/>
              <a:t>Threshold:</a:t>
            </a:r>
            <a:r>
              <a:rPr lang="en-US" dirty="0"/>
              <a:t> Typically, 5-20% depending on business context</a:t>
            </a:r>
          </a:p>
          <a:p>
            <a:endParaRPr lang="en-US" dirty="0"/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5D3C910E-DD75-6DB3-3A1B-FDBD3CECF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2356141"/>
              </p:ext>
            </p:extLst>
          </p:nvPr>
        </p:nvGraphicFramePr>
        <p:xfrm>
          <a:off x="7430530" y="1879255"/>
          <a:ext cx="3807940" cy="335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0741">
                  <a:extLst>
                    <a:ext uri="{9D8B030D-6E8A-4147-A177-3AD203B41FA5}">
                      <a16:colId xmlns:a16="http://schemas.microsoft.com/office/drawing/2014/main" val="83576377"/>
                    </a:ext>
                  </a:extLst>
                </a:gridCol>
                <a:gridCol w="2477199">
                  <a:extLst>
                    <a:ext uri="{9D8B030D-6E8A-4147-A177-3AD203B41FA5}">
                      <a16:colId xmlns:a16="http://schemas.microsoft.com/office/drawing/2014/main" val="62154499"/>
                    </a:ext>
                  </a:extLst>
                </a:gridCol>
              </a:tblGrid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Transaction ID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Items Purchased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61814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Milk,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28468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7063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41531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21022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Eggs,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921480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32055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Butter,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799868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74323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1146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{Eggs,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14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524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9968-A8AC-434A-7357-080A0978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42C9-0DBF-43FA-747D-D18A3055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- "How Reliable Is This Rule?"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FD02-18E5-FAF0-F50C-176BE3C8C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06007"/>
            <a:ext cx="6390503" cy="49910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Definition: </a:t>
            </a:r>
          </a:p>
          <a:p>
            <a:r>
              <a:rPr lang="en-US" sz="2000" dirty="0"/>
              <a:t>When X is bought, what's the probability Y is also bought?</a:t>
            </a:r>
          </a:p>
          <a:p>
            <a:pPr marL="0" indent="0">
              <a:buNone/>
            </a:pPr>
            <a:r>
              <a:rPr lang="en-US" sz="2000" b="1" dirty="0"/>
              <a:t>Formula</a:t>
            </a:r>
          </a:p>
          <a:p>
            <a:r>
              <a:rPr lang="en-US" sz="2000" dirty="0"/>
              <a:t>Confidence(X → Y) = Support(X ∪ Y) / Support(X)</a:t>
            </a:r>
          </a:p>
          <a:p>
            <a:pPr marL="0" indent="0">
              <a:buNone/>
            </a:pPr>
            <a:r>
              <a:rPr lang="en-US" sz="2000" b="1" dirty="0"/>
              <a:t>Key Comparison</a:t>
            </a:r>
          </a:p>
          <a:p>
            <a:pPr marL="0" indent="0">
              <a:buNone/>
            </a:pPr>
            <a:r>
              <a:rPr lang="en-US" sz="2000" b="1" dirty="0"/>
              <a:t>Direction Matters! Confidence Reveals Asymmetric Relationships:</a:t>
            </a:r>
          </a:p>
          <a:p>
            <a:pPr marL="228600" lvl="1"/>
            <a:r>
              <a:rPr lang="en-US" sz="1800" i="1" dirty="0">
                <a:solidFill>
                  <a:srgbClr val="0070C0"/>
                </a:solidFill>
              </a:rPr>
              <a:t>{Bread} → {Milk}: Confidence = Support({Bread, Milk}) / Support({Bread}) = 30% / 60% = 50%</a:t>
            </a:r>
          </a:p>
          <a:p>
            <a:pPr marL="228600" lvl="1"/>
            <a:r>
              <a:rPr lang="en-US" sz="1800" i="1" dirty="0">
                <a:solidFill>
                  <a:srgbClr val="0070C0"/>
                </a:solidFill>
              </a:rPr>
              <a:t>{Milk} → {Bread}: Confidence = Support({Bread, Milk}) / Support({Milk}) = 30% / 50% = 60%</a:t>
            </a:r>
          </a:p>
          <a:p>
            <a:pPr marL="0" indent="0">
              <a:buNone/>
            </a:pPr>
            <a:r>
              <a:rPr lang="en-US" sz="2000" b="1" dirty="0"/>
              <a:t>Business Insight</a:t>
            </a:r>
          </a:p>
          <a:p>
            <a:r>
              <a:rPr lang="en-US" sz="2000" dirty="0"/>
              <a:t>Confidence helps us choose the RIGHT DIRECTION for recommendations</a:t>
            </a:r>
          </a:p>
          <a:p>
            <a:r>
              <a:rPr lang="en-US" sz="2000" dirty="0"/>
              <a:t>Milk buyers are MORE likely to buy bread (60%) than bread buyers are to buy milk (50%)</a:t>
            </a:r>
          </a:p>
          <a:p>
            <a:r>
              <a:rPr lang="en-US" sz="2000" b="1" dirty="0"/>
              <a:t>Action:</a:t>
            </a:r>
            <a:r>
              <a:rPr lang="en-US" sz="2000" dirty="0"/>
              <a:t> Target bread promotions to milk buyers, not vice versa</a:t>
            </a:r>
          </a:p>
          <a:p>
            <a:endParaRPr lang="en-US" sz="2000" dirty="0"/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0B77DAC8-67B3-FEB5-2DB6-16734A3301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133869"/>
              </p:ext>
            </p:extLst>
          </p:nvPr>
        </p:nvGraphicFramePr>
        <p:xfrm>
          <a:off x="7591167" y="1706007"/>
          <a:ext cx="3807940" cy="335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0741">
                  <a:extLst>
                    <a:ext uri="{9D8B030D-6E8A-4147-A177-3AD203B41FA5}">
                      <a16:colId xmlns:a16="http://schemas.microsoft.com/office/drawing/2014/main" val="83576377"/>
                    </a:ext>
                  </a:extLst>
                </a:gridCol>
                <a:gridCol w="2477199">
                  <a:extLst>
                    <a:ext uri="{9D8B030D-6E8A-4147-A177-3AD203B41FA5}">
                      <a16:colId xmlns:a16="http://schemas.microsoft.com/office/drawing/2014/main" val="62154499"/>
                    </a:ext>
                  </a:extLst>
                </a:gridCol>
              </a:tblGrid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Transaction ID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Items Purchased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61814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Milk,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28468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{Bread,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7063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41531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21022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Eggs,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921480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32055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Butter,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799868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74323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1146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{Eggs,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14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69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3F8EC-0EEF-A176-6F36-0000E7B0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26A9-D3F8-DC06-88FF-45B26625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 with Confidence Alone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2DD35-2E22-4FDD-96C0-AE3E993C2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Misleading High Confidence Example</a:t>
            </a:r>
          </a:p>
          <a:p>
            <a:r>
              <a:rPr lang="en-US" sz="2000" dirty="0">
                <a:solidFill>
                  <a:srgbClr val="0070C0"/>
                </a:solidFill>
              </a:rPr>
              <a:t>{Eggs} → {Cheese}: Support({Eggs, Cheese}) = 2/10 = 20% Support({Eggs}) = 4/10 = 40% Confidence = 20% / 40% = 50%</a:t>
            </a:r>
          </a:p>
          <a:p>
            <a:pPr marL="0" indent="0">
              <a:buNone/>
            </a:pPr>
            <a:r>
              <a:rPr lang="en-US" b="1" dirty="0"/>
              <a:t>Seems reasonable, but...</a:t>
            </a:r>
          </a:p>
          <a:p>
            <a:r>
              <a:rPr lang="en-US" dirty="0"/>
              <a:t>Overall popularity of Cheese = Support({Cheese}) = 60%</a:t>
            </a:r>
          </a:p>
          <a:p>
            <a:pPr marL="0" indent="0">
              <a:buNone/>
            </a:pPr>
            <a:r>
              <a:rPr lang="en-US" b="1" dirty="0"/>
              <a:t>The Problem</a:t>
            </a:r>
          </a:p>
          <a:p>
            <a:r>
              <a:rPr lang="en-US" b="1" dirty="0"/>
              <a:t>Confidence:</a:t>
            </a:r>
            <a:r>
              <a:rPr lang="en-US" dirty="0"/>
              <a:t> 50% of eggs buyers buy cheese</a:t>
            </a:r>
          </a:p>
          <a:p>
            <a:r>
              <a:rPr lang="en-US" b="1" dirty="0"/>
              <a:t>Reality:</a:t>
            </a:r>
            <a:r>
              <a:rPr lang="en-US" dirty="0"/>
              <a:t> 60% of ALL customers buy cheese</a:t>
            </a:r>
          </a:p>
          <a:p>
            <a:r>
              <a:rPr lang="en-US" b="1" dirty="0"/>
              <a:t>Truth:</a:t>
            </a:r>
            <a:r>
              <a:rPr lang="en-US" dirty="0"/>
              <a:t> Buying eggs actually DECREASES cheese probability!</a:t>
            </a:r>
          </a:p>
          <a:p>
            <a:pPr marL="0" indent="0">
              <a:buNone/>
            </a:pPr>
            <a:r>
              <a:rPr lang="en-US" b="1" dirty="0"/>
              <a:t>This is where LIFT comes to the rescue!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544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82C4-6666-1AFF-E156-4193982A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F723-5FE2-CD30-E628-7E6F38D6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Lift - "Is This Really Meaningful?"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30A43-4203-4089-7D6B-E98B5E658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How much more likely is Y when X is present vs. Y's general popularity?</a:t>
            </a:r>
          </a:p>
          <a:p>
            <a:pPr marL="0" indent="0">
              <a:buNone/>
            </a:pPr>
            <a:r>
              <a:rPr lang="en-US" b="1" dirty="0"/>
              <a:t>Formula</a:t>
            </a:r>
          </a:p>
          <a:p>
            <a:r>
              <a:rPr lang="en-US" dirty="0"/>
              <a:t>Lift(X → Y) = Confidence(X → Y) / Support(Y)</a:t>
            </a:r>
          </a:p>
          <a:p>
            <a:r>
              <a:rPr lang="en-US" b="1" dirty="0"/>
              <a:t>The Eggs → Cheese Example Revisited</a:t>
            </a:r>
          </a:p>
          <a:p>
            <a:r>
              <a:rPr lang="en-US" dirty="0"/>
              <a:t>Lift({Eggs} → {Cheese}) = 50% / 60% = 0.83</a:t>
            </a:r>
          </a:p>
          <a:p>
            <a:pPr marL="0" indent="0">
              <a:buNone/>
            </a:pPr>
            <a:r>
              <a:rPr lang="en-US" b="1" dirty="0"/>
              <a:t>Interpretation</a:t>
            </a:r>
          </a:p>
          <a:p>
            <a:r>
              <a:rPr lang="en-US" dirty="0"/>
              <a:t>Lift = 1: Items A and B are independent (no association)</a:t>
            </a:r>
          </a:p>
          <a:p>
            <a:r>
              <a:rPr lang="en-US" dirty="0"/>
              <a:t>Lift &gt; 1: Items A and B are positively correlated (they appear together more than expected)</a:t>
            </a:r>
          </a:p>
          <a:p>
            <a:r>
              <a:rPr lang="en-US" dirty="0"/>
              <a:t>Lift &lt; 1: Items A and B are negatively correlated (they appear together less than expected)</a:t>
            </a:r>
          </a:p>
          <a:p>
            <a:pPr marL="0" indent="0">
              <a:buNone/>
            </a:pPr>
            <a:r>
              <a:rPr lang="en-US" b="1" dirty="0"/>
              <a:t>Business Insight</a:t>
            </a:r>
          </a:p>
          <a:p>
            <a:r>
              <a:rPr lang="en-US" b="1" dirty="0"/>
              <a:t>Don't recommend cheese to eggs buyers - they're LESS likely to buy it!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45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AFAD-4F13-D81B-8B17-B6638AAA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Lift is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284C-EB0A-B914-984A-9968E5EAE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Lift helps overcome a major limitation of confidence alone. Consider this scenario: if bread appears in 80% of all transactions, then any rule "X → bread" will have high confidence simply because bread is popular, not because there's a meaningful association. Lift corrects for this by normalizing against the baseline probability of the consequent.</a:t>
            </a:r>
          </a:p>
          <a:p>
            <a:pPr marL="0" indent="0">
              <a:buNone/>
            </a:pPr>
            <a:r>
              <a:rPr lang="en-US" b="1" dirty="0"/>
              <a:t>Practical Example</a:t>
            </a:r>
          </a:p>
          <a:p>
            <a:r>
              <a:rPr lang="en-US" dirty="0"/>
              <a:t>Let's say we're analyzing a grocery store dataset with 1,000 transactions:</a:t>
            </a:r>
          </a:p>
          <a:p>
            <a:pPr marL="0" indent="0">
              <a:buNone/>
            </a:pPr>
            <a:r>
              <a:rPr lang="en-US" b="1" dirty="0"/>
              <a:t>Data:</a:t>
            </a:r>
            <a:endParaRPr lang="en-US" dirty="0"/>
          </a:p>
          <a:p>
            <a:r>
              <a:rPr lang="en-US" dirty="0"/>
              <a:t>Bread appears in 600 transactions (Support = 0.6)</a:t>
            </a:r>
          </a:p>
          <a:p>
            <a:r>
              <a:rPr lang="en-US" dirty="0"/>
              <a:t>Butter appears in 400 transactions (Support = 0.4)</a:t>
            </a:r>
          </a:p>
          <a:p>
            <a:r>
              <a:rPr lang="en-US" dirty="0"/>
              <a:t>Bread and Butter together appear in 300 transactions (Support = 0.3)</a:t>
            </a:r>
          </a:p>
          <a:p>
            <a:pPr marL="0" indent="0">
              <a:buNone/>
            </a:pPr>
            <a:r>
              <a:rPr lang="en-US" b="1" dirty="0"/>
              <a:t>For the rule "Bread → Butter":</a:t>
            </a:r>
            <a:endParaRPr lang="en-US" dirty="0"/>
          </a:p>
          <a:p>
            <a:r>
              <a:rPr lang="en-US" dirty="0"/>
              <a:t>Confidence = 300/600 = 0.5 (50%)</a:t>
            </a:r>
          </a:p>
          <a:p>
            <a:r>
              <a:rPr lang="en-US" dirty="0"/>
              <a:t>Lift = 0.5/0.4 = 1.25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  <a:r>
              <a:rPr lang="en-US" dirty="0"/>
              <a:t> People who buy bread are 25% more likely to also buy butter than the average customer. This suggests a meaningful positive association.</a:t>
            </a:r>
          </a:p>
          <a:p>
            <a:pPr marL="0" indent="0">
              <a:buNone/>
            </a:pPr>
            <a:r>
              <a:rPr lang="en-US" b="1" dirty="0"/>
              <a:t>Comparison with a weak association:</a:t>
            </a:r>
            <a:r>
              <a:rPr lang="en-US" dirty="0"/>
              <a:t> If we had a rule "Bread → Milk" where:</a:t>
            </a:r>
          </a:p>
          <a:p>
            <a:r>
              <a:rPr lang="en-US" dirty="0"/>
              <a:t>Milk appears in 300 transactions (Support = 0.3)</a:t>
            </a:r>
          </a:p>
          <a:p>
            <a:r>
              <a:rPr lang="en-US" dirty="0"/>
              <a:t>Bread and Milk together appear in 180 transactions</a:t>
            </a:r>
          </a:p>
          <a:p>
            <a:pPr marL="0" indent="0">
              <a:buNone/>
            </a:pPr>
            <a:r>
              <a:rPr lang="en-US" dirty="0"/>
              <a:t>Then:</a:t>
            </a:r>
          </a:p>
          <a:p>
            <a:r>
              <a:rPr lang="en-US" dirty="0"/>
              <a:t>Confidence = 180/600 = 0.3 (30%)</a:t>
            </a:r>
          </a:p>
          <a:p>
            <a:r>
              <a:rPr lang="en-US" dirty="0"/>
              <a:t>Lift = 0.3/0.3 = 1.0</a:t>
            </a:r>
          </a:p>
          <a:p>
            <a:r>
              <a:rPr lang="en-US" dirty="0"/>
              <a:t>This lift of 1.0 indicates no special association between bread and milk beyond what we'd expect by chance.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4AA0C-EDAC-0854-4D50-6E10723F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7B44-82AA-6D5F-690E-B4196B21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Lift Reveals True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0364B-FC1E-7A96-20D3-ECFE1DD0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Positive Correlation Example</a:t>
            </a:r>
          </a:p>
          <a:p>
            <a:pPr lvl="1"/>
            <a:r>
              <a:rPr lang="en-US" dirty="0"/>
              <a:t>{Butter} → {Cheese}: Confidence = 80% Lift = 80% / 60% = 1.33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  <a:r>
              <a:rPr lang="en-US" dirty="0"/>
              <a:t> Butter buyers are 33% MORE likely to buy cheese than average</a:t>
            </a:r>
          </a:p>
          <a:p>
            <a:pPr marL="0" indent="0">
              <a:buNone/>
            </a:pPr>
            <a:r>
              <a:rPr lang="en-US" b="1" dirty="0"/>
              <a:t>Independence Example</a:t>
            </a:r>
          </a:p>
          <a:p>
            <a:pPr lvl="1"/>
            <a:r>
              <a:rPr lang="en-US" dirty="0"/>
              <a:t>{Bread} → {Milk}: Confidence = 50% Lift = 50% / 50% = 1.00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  <a:r>
              <a:rPr lang="en-US" dirty="0"/>
              <a:t> Bread purchase doesn't affect milk purchase probability</a:t>
            </a:r>
          </a:p>
          <a:p>
            <a:pPr marL="0" indent="0">
              <a:buNone/>
            </a:pPr>
            <a:r>
              <a:rPr lang="en-US" b="1" dirty="0"/>
              <a:t>Negative Correlation Example</a:t>
            </a:r>
          </a:p>
          <a:p>
            <a:pPr lvl="1"/>
            <a:r>
              <a:rPr lang="en-US" sz="1800" dirty="0"/>
              <a:t>{Yogurt} → {Bread}: </a:t>
            </a:r>
          </a:p>
          <a:p>
            <a:pPr lvl="1"/>
            <a:r>
              <a:rPr lang="en-US" sz="1800" dirty="0"/>
              <a:t>Support({Yogurt, Bread}) = 0/10 = 0% </a:t>
            </a:r>
          </a:p>
          <a:p>
            <a:pPr lvl="1"/>
            <a:r>
              <a:rPr lang="en-US" sz="1800" dirty="0"/>
              <a:t>Support({Yogurt}) = 3/10 = 30% </a:t>
            </a:r>
          </a:p>
          <a:p>
            <a:pPr lvl="1"/>
            <a:r>
              <a:rPr lang="en-US" sz="1800" dirty="0"/>
              <a:t>Confidence = 0% / 30% = 0% </a:t>
            </a:r>
          </a:p>
          <a:p>
            <a:pPr lvl="1"/>
            <a:r>
              <a:rPr lang="en-US" sz="1800" dirty="0"/>
              <a:t>Lift = 0% / 60% = 0.00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  <a:r>
              <a:rPr lang="en-US" dirty="0"/>
              <a:t> Yogurt buyers NEVER buy bread - strong negative correlation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25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A53D1-6663-EF96-576F-B98435E8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75BF-7046-3A3E-E408-4C2FE053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Need All Three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3DC4-AAFE-EBA7-A99B-EA18FC4D8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561458"/>
          </a:xfrm>
        </p:spPr>
        <p:txBody>
          <a:bodyPr/>
          <a:lstStyle/>
          <a:p>
            <a:r>
              <a:rPr lang="en-US" dirty="0"/>
              <a:t>Complete Rule Evaluation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ABD52E-F79D-2160-1F1B-578B30295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82906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243004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134465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453401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76197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61783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Rule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Confidence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Lift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 Value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05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{Butter} → {Cheese}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 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336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{Milk} → {Bread}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 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67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{Eggs} → {Cheese}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NEGATIVE 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50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{Cheese} → {Yogurt}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2689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EB5759-76A0-ACF0-457A-72B7B72AC433}"/>
              </a:ext>
            </a:extLst>
          </p:cNvPr>
          <p:cNvSpPr txBox="1"/>
          <p:nvPr/>
        </p:nvSpPr>
        <p:spPr>
          <a:xfrm>
            <a:off x="761485" y="4406379"/>
            <a:ext cx="60949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Each Metric's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Support:</a:t>
            </a:r>
            <a:r>
              <a:rPr lang="en-US" dirty="0"/>
              <a:t> Filters out rare patterns (need enough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Confidence:</a:t>
            </a:r>
            <a:r>
              <a:rPr lang="en-US" dirty="0"/>
              <a:t> Ensures rule reliability (high success 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Lift:</a:t>
            </a:r>
            <a:r>
              <a:rPr lang="en-US" dirty="0"/>
              <a:t> Confirms true correlation (not just coincidence)</a:t>
            </a:r>
          </a:p>
          <a:p>
            <a:r>
              <a:rPr lang="en-US" b="1" dirty="0"/>
              <a:t>Best Rule: {Butter} → {Cheese}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40% support:</a:t>
            </a:r>
            <a:r>
              <a:rPr lang="en-US" dirty="0"/>
              <a:t> Frequent enough to be reliable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80% confidence:</a:t>
            </a:r>
            <a:r>
              <a:rPr lang="en-US" dirty="0"/>
              <a:t> 4 out of 5 butter buyers will buy cheese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1.33 lift:</a:t>
            </a:r>
            <a:r>
              <a:rPr lang="en-US" dirty="0"/>
              <a:t> 33% more likely than random chance</a:t>
            </a:r>
          </a:p>
        </p:txBody>
      </p:sp>
    </p:spTree>
    <p:extLst>
      <p:ext uri="{BB962C8B-B14F-4D97-AF65-F5344CB8AC3E}">
        <p14:creationId xmlns:p14="http://schemas.microsoft.com/office/powerpoint/2010/main" val="2805227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4B6B-CFD3-5533-E29B-AE6EA448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9FE4-A5C2-EB26-3595-1ACE4F31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Apriori</a:t>
            </a:r>
            <a:r>
              <a:rPr lang="en-US" dirty="0"/>
              <a:t> Algorithm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81E5-DCFA-CFE2-A759-B2D5411A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Core Principle: </a:t>
            </a:r>
            <a:r>
              <a:rPr lang="en-US" b="1" dirty="0" err="1"/>
              <a:t>Apriori</a:t>
            </a:r>
            <a:r>
              <a:rPr lang="en-US" b="1" dirty="0"/>
              <a:t> Property</a:t>
            </a:r>
          </a:p>
          <a:p>
            <a:pPr marL="0" indent="0">
              <a:buNone/>
            </a:pPr>
            <a:r>
              <a:rPr lang="en-US" b="1" dirty="0"/>
              <a:t>"All subsets of a frequent itemset must be frequent"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sz="2200" dirty="0"/>
              <a:t>If {Bread, Milk, Butter} is frequent, then:</a:t>
            </a:r>
          </a:p>
          <a:p>
            <a:pPr lvl="1"/>
            <a:r>
              <a:rPr lang="en-US" dirty="0"/>
              <a:t>{Bread, Milk} must be frequent</a:t>
            </a:r>
          </a:p>
          <a:p>
            <a:pPr lvl="1"/>
            <a:r>
              <a:rPr lang="en-US" dirty="0"/>
              <a:t>{Bread, Butter} must be frequent</a:t>
            </a:r>
          </a:p>
          <a:p>
            <a:pPr lvl="1"/>
            <a:r>
              <a:rPr lang="en-US" dirty="0"/>
              <a:t>{Milk, Butter} must be frequent</a:t>
            </a:r>
          </a:p>
          <a:p>
            <a:pPr lvl="1"/>
            <a:r>
              <a:rPr lang="en-US" dirty="0"/>
              <a:t>{Bread}, {Milk}, {Butter} must be frequent</a:t>
            </a:r>
          </a:p>
          <a:p>
            <a:pPr marL="0" indent="0">
              <a:buNone/>
            </a:pPr>
            <a:r>
              <a:rPr lang="en-US" b="1" dirty="0"/>
              <a:t>Pruning Power</a:t>
            </a:r>
          </a:p>
          <a:p>
            <a:r>
              <a:rPr lang="en-US" sz="2000" dirty="0"/>
              <a:t>If {Bread, Milk} is NOT frequent, then:</a:t>
            </a:r>
          </a:p>
          <a:p>
            <a:pPr lvl="1"/>
            <a:r>
              <a:rPr lang="en-US" dirty="0"/>
              <a:t>{Bread, Milk, Butter} cannot be frequent</a:t>
            </a:r>
          </a:p>
          <a:p>
            <a:pPr lvl="1"/>
            <a:r>
              <a:rPr lang="en-US" dirty="0"/>
              <a:t>{Bread, Milk, Cheese} cannot be frequent</a:t>
            </a:r>
          </a:p>
          <a:p>
            <a:pPr lvl="1"/>
            <a:r>
              <a:rPr lang="en-US" dirty="0"/>
              <a:t>Any superset containing {Bread, Milk} can be eliminated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12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869B-C17E-4C3F-AE60-A17FB217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777E-C23E-8CAE-A81E-ADA523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Apriori</a:t>
            </a:r>
            <a:r>
              <a:rPr lang="en-US" dirty="0"/>
              <a:t> Algorithm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7667-A7E4-7E53-67C9-F8B9D8DAF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Algorithm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Find L₁:</a:t>
            </a:r>
            <a:r>
              <a:rPr lang="en-US" dirty="0"/>
              <a:t> Count all items, keep frequent ones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Generate candidates:</a:t>
            </a:r>
            <a:r>
              <a:rPr lang="en-US" dirty="0"/>
              <a:t> Combine frequent (k-1)-</a:t>
            </a:r>
            <a:r>
              <a:rPr lang="en-US" dirty="0" err="1"/>
              <a:t>itemsets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Prune candidates:</a:t>
            </a:r>
            <a:r>
              <a:rPr lang="en-US" dirty="0"/>
              <a:t> Remove those with infrequent subsets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Count support:</a:t>
            </a:r>
            <a:r>
              <a:rPr lang="en-US" dirty="0"/>
              <a:t> Scan database for remaining candidates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Filter:</a:t>
            </a:r>
            <a:r>
              <a:rPr lang="en-US" dirty="0"/>
              <a:t> Keep only frequent k-</a:t>
            </a:r>
            <a:r>
              <a:rPr lang="en-US" dirty="0" err="1"/>
              <a:t>itemsets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Repeat:</a:t>
            </a:r>
            <a:r>
              <a:rPr lang="en-US" dirty="0"/>
              <a:t> Until no new frequent </a:t>
            </a:r>
            <a:r>
              <a:rPr lang="en-US" dirty="0" err="1"/>
              <a:t>itemsets</a:t>
            </a:r>
            <a:r>
              <a:rPr lang="en-US" dirty="0"/>
              <a:t> found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Generate rules:</a:t>
            </a:r>
            <a:r>
              <a:rPr lang="en-US" dirty="0"/>
              <a:t> From all frequent </a:t>
            </a:r>
            <a:r>
              <a:rPr lang="en-US" dirty="0" err="1"/>
              <a:t>itemsets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Parameters for Our Example</a:t>
            </a:r>
          </a:p>
          <a:p>
            <a:r>
              <a:rPr lang="en-US" b="1" dirty="0"/>
              <a:t>Minimum Support:</a:t>
            </a:r>
            <a:r>
              <a:rPr lang="en-US" dirty="0"/>
              <a:t> 30% (3 out of 10 transactions)</a:t>
            </a:r>
          </a:p>
          <a:p>
            <a:r>
              <a:rPr lang="en-US" b="1" dirty="0"/>
              <a:t>Minimum Confidence:</a:t>
            </a:r>
            <a:r>
              <a:rPr lang="en-US" dirty="0"/>
              <a:t> 60%</a:t>
            </a:r>
          </a:p>
          <a:p>
            <a:r>
              <a:rPr lang="en-US" b="1" dirty="0"/>
              <a:t>Minimum Lift:</a:t>
            </a:r>
            <a:r>
              <a:rPr lang="en-US" dirty="0"/>
              <a:t> 1.2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355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3874-5292-6700-CA71-2E8D77B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648F-7E59-4851-3113-37665957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1 - Find Frequent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D891A-C034-7F65-FAAD-1988E871B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5305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Count Individual Items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B054D0-36F9-3FDC-61DE-3DEA5DD7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630294"/>
              </p:ext>
            </p:extLst>
          </p:nvPr>
        </p:nvGraphicFramePr>
        <p:xfrm>
          <a:off x="838200" y="2331896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02475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85614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98043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4895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73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7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Milk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96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Cheese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746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Eggs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292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Yogurt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638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30B9AF-F0B4-E86F-B4B0-CEC9C5D0DCFE}"/>
              </a:ext>
            </a:extLst>
          </p:cNvPr>
          <p:cNvSpPr txBox="1"/>
          <p:nvPr/>
        </p:nvSpPr>
        <p:spPr>
          <a:xfrm>
            <a:off x="838200" y="5253335"/>
            <a:ext cx="60949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Result: L₁ (Frequent 1-itemsets)</a:t>
            </a:r>
          </a:p>
          <a:p>
            <a:pPr>
              <a:buNone/>
            </a:pPr>
            <a:r>
              <a:rPr lang="en-US" b="1" dirty="0"/>
              <a:t>All items meet 30% minimum support threshold</a:t>
            </a:r>
            <a:endParaRPr lang="en-US" dirty="0"/>
          </a:p>
          <a:p>
            <a:r>
              <a:rPr lang="en-US" dirty="0"/>
              <a:t>L₁ = {{Bread}, {Milk}, {Butter}, {Cheese}, {Eggs}, {Yogurt}}</a:t>
            </a:r>
          </a:p>
        </p:txBody>
      </p:sp>
    </p:spTree>
    <p:extLst>
      <p:ext uri="{BB962C8B-B14F-4D97-AF65-F5344CB8AC3E}">
        <p14:creationId xmlns:p14="http://schemas.microsoft.com/office/powerpoint/2010/main" val="83999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C0A3-8D80-C9D2-54AC-76CFAB8A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1DBB-5461-6871-2839-466317DA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2 - Find Frequent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B2C7C-D231-2D17-63B4-EC57F81DC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1092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Generate All Possible Pairs</a:t>
            </a:r>
          </a:p>
          <a:p>
            <a:pPr marL="0" indent="0">
              <a:buNone/>
            </a:pPr>
            <a:r>
              <a:rPr lang="en-US" sz="1800" dirty="0"/>
              <a:t>6 items → 15 possible pairs</a:t>
            </a:r>
          </a:p>
          <a:p>
            <a:pPr marL="0" indent="0">
              <a:buNone/>
            </a:pPr>
            <a:r>
              <a:rPr lang="en-US" sz="1800" dirty="0"/>
              <a:t>Count Support for Each Pair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A7DE5-FBB4-B7BC-47A7-D2280C8C5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73799"/>
              </p:ext>
            </p:extLst>
          </p:nvPr>
        </p:nvGraphicFramePr>
        <p:xfrm>
          <a:off x="2137167" y="2944405"/>
          <a:ext cx="7630850" cy="3770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26170">
                  <a:extLst>
                    <a:ext uri="{9D8B030D-6E8A-4147-A177-3AD203B41FA5}">
                      <a16:colId xmlns:a16="http://schemas.microsoft.com/office/drawing/2014/main" val="1841837348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460285889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877534224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843230929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306802398"/>
                    </a:ext>
                  </a:extLst>
                </a:gridCol>
              </a:tblGrid>
              <a:tr h="22233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Itemset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Transactions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Count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Support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Status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191864396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Milk}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T1,T4,T5,T9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17658353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Butter}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T2,T4,T7,T9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05508705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T2,T5,T9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15943094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T1,T5,T7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84163435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12330199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Butter}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T3,T4,T9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9550903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T3,T5,T8,T9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72520971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T1,T5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09604534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T3,T8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66616487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T2,T3,T6,T9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20620048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T7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19672584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T3,T6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969371147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{Cheese,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T5,T10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67407842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{Cheese,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T3,T6,T8,T10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50430465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{Eggs,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67395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82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A3BD-95DA-C239-F7A5-4EFCBFD4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F467-6CBB-C3C1-F7A2-B0454D6C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7FC9-2E4F-A35E-E89D-FFF9BD7C3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L₂ (Frequent 2-itemsets)</a:t>
            </a:r>
          </a:p>
          <a:p>
            <a:pPr lvl="1"/>
            <a:r>
              <a:rPr lang="en-US" dirty="0"/>
              <a:t>{Bread, Milk} - 40% support {Bread, Butter} - 40% support {Bread, Cheese} - 30% support {Bread, Eggs} - 30% support {Milk, Butter} - 30% support {Milk, Cheese} - 40% support {Butter, Cheese} - 40% support {Cheese, Yogurt} - 40% support</a:t>
            </a:r>
          </a:p>
          <a:p>
            <a:pPr marL="0" indent="0">
              <a:buNone/>
            </a:pPr>
            <a:r>
              <a:rPr lang="en-US" b="1" dirty="0"/>
              <a:t>Key Observations</a:t>
            </a:r>
          </a:p>
          <a:p>
            <a:r>
              <a:rPr lang="en-US" b="1" dirty="0"/>
              <a:t>8 frequent pairs</a:t>
            </a:r>
            <a:r>
              <a:rPr lang="en-US" dirty="0"/>
              <a:t> out of 15 possible</a:t>
            </a:r>
          </a:p>
          <a:p>
            <a:r>
              <a:rPr lang="en-US" b="1" dirty="0"/>
              <a:t>{Bread, Yogurt}</a:t>
            </a:r>
            <a:r>
              <a:rPr lang="en-US" dirty="0"/>
              <a:t> has 0% support - strong negative correlation</a:t>
            </a:r>
          </a:p>
          <a:p>
            <a:r>
              <a:rPr lang="en-US" b="1" dirty="0"/>
              <a:t>{Butter, Cheese}</a:t>
            </a:r>
            <a:r>
              <a:rPr lang="en-US" dirty="0"/>
              <a:t> has highest support (40%) - good combination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82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14F4-A625-FC54-BE88-0618783C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4700-7E99-D45A-9B1A-60D81964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3 - Generate 3-itemset Candidates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D500-AA81-1D5D-025D-F79CA66DC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Step 1: Candidate Generation (Join Step)</a:t>
            </a:r>
          </a:p>
          <a:p>
            <a:pPr marL="0" indent="0">
              <a:buNone/>
            </a:pPr>
            <a:r>
              <a:rPr lang="en-US" dirty="0"/>
              <a:t>Combine frequent 2-itemsets that share exactly one item:</a:t>
            </a:r>
          </a:p>
          <a:p>
            <a:r>
              <a:rPr lang="en-US" dirty="0"/>
              <a:t>{Bread, Milk} + {Bread, Butter} → candidate {Bread, Milk, Butter}</a:t>
            </a:r>
          </a:p>
          <a:p>
            <a:r>
              <a:rPr lang="en-US" dirty="0"/>
              <a:t>{Bread, Milk} + {Bread, Cheese} → candidate {Bread, Milk, Cheese}</a:t>
            </a:r>
          </a:p>
          <a:p>
            <a:r>
              <a:rPr lang="en-US" dirty="0"/>
              <a:t>{Bread, Butter} + {Bread, Cheese} → candidate {Bread, Butter, Cheese}</a:t>
            </a:r>
          </a:p>
          <a:p>
            <a:r>
              <a:rPr lang="en-US" dirty="0"/>
              <a:t>{Milk, Butter} + {Milk, Cheese} → candidate {Milk, Butter, Cheese}</a:t>
            </a:r>
          </a:p>
          <a:p>
            <a:pPr marL="0" indent="0">
              <a:buNone/>
            </a:pPr>
            <a:r>
              <a:rPr lang="en-US" b="1" dirty="0"/>
              <a:t>Step 2: Prune Candidates (Based on </a:t>
            </a:r>
            <a:r>
              <a:rPr lang="en-US" b="1" dirty="0" err="1"/>
              <a:t>Apriori</a:t>
            </a:r>
            <a:r>
              <a:rPr lang="en-US" b="1" dirty="0"/>
              <a:t> Property)</a:t>
            </a:r>
          </a:p>
          <a:p>
            <a:r>
              <a:rPr lang="en-US" dirty="0"/>
              <a:t>For each candidate, check if ALL its 2-subsets are frequent:</a:t>
            </a:r>
          </a:p>
          <a:p>
            <a:pPr marL="0" indent="0">
              <a:buNone/>
            </a:pPr>
            <a:r>
              <a:rPr lang="en-US" b="1" dirty="0"/>
              <a:t>{Bread, Milk, Butter}:</a:t>
            </a:r>
            <a:endParaRPr lang="en-US" dirty="0"/>
          </a:p>
          <a:p>
            <a:r>
              <a:rPr lang="en-US" dirty="0"/>
              <a:t>{Bread, Milk} ✓ (in L₂), {Bread, Butter} ✓ (in L₂), {Milk, Butter} ✓ (in L₂)</a:t>
            </a:r>
          </a:p>
          <a:p>
            <a:r>
              <a:rPr lang="en-US" b="1" dirty="0"/>
              <a:t>Keep candidate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{Bread, Milk, Cheese}:</a:t>
            </a:r>
            <a:endParaRPr lang="en-US" dirty="0"/>
          </a:p>
          <a:p>
            <a:r>
              <a:rPr lang="en-US" dirty="0"/>
              <a:t>{Bread, Milk} ✓ (in L₂), {Bread, Cheese} ✓ (in L₂), {Milk, Cheese} ✓ (in L₂)</a:t>
            </a:r>
          </a:p>
          <a:p>
            <a:r>
              <a:rPr lang="en-US" b="1" dirty="0"/>
              <a:t>Keep candidate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3: Ready for Database Scan</a:t>
            </a:r>
          </a:p>
          <a:p>
            <a:r>
              <a:rPr lang="en-US" dirty="0"/>
              <a:t>4 candidates survive pruning - now we check which ones actually exist in transactions!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51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85FF-FA3B-ED1F-7747-2194F6B0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DC2E-6679-EEDD-9DE7-5ACE35C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3 - Count Actual Support in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DD62-7712-F673-4050-37B73170F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975409"/>
          </a:xfrm>
        </p:spPr>
        <p:txBody>
          <a:bodyPr>
            <a:normAutofit/>
          </a:bodyPr>
          <a:lstStyle/>
          <a:p>
            <a:r>
              <a:rPr lang="en-US" sz="2000" b="1" dirty="0"/>
              <a:t>Step 4: Database Scan (The Crucial Step!)</a:t>
            </a:r>
          </a:p>
          <a:p>
            <a:r>
              <a:rPr lang="en-US" sz="2000" dirty="0"/>
              <a:t>Now we check: </a:t>
            </a:r>
            <a:r>
              <a:rPr lang="en-US" sz="2000" b="1" dirty="0"/>
              <a:t>Do these 3 items actually appear together in real transactions?</a:t>
            </a:r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9272D2-53A8-254E-6ED7-DE7A11D2C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490534"/>
              </p:ext>
            </p:extLst>
          </p:nvPr>
        </p:nvGraphicFramePr>
        <p:xfrm>
          <a:off x="838200" y="2675414"/>
          <a:ext cx="9646508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46708">
                  <a:extLst>
                    <a:ext uri="{9D8B030D-6E8A-4147-A177-3AD203B41FA5}">
                      <a16:colId xmlns:a16="http://schemas.microsoft.com/office/drawing/2014/main" val="1198403813"/>
                    </a:ext>
                  </a:extLst>
                </a:gridCol>
                <a:gridCol w="2181811">
                  <a:extLst>
                    <a:ext uri="{9D8B030D-6E8A-4147-A177-3AD203B41FA5}">
                      <a16:colId xmlns:a16="http://schemas.microsoft.com/office/drawing/2014/main" val="1218053009"/>
                    </a:ext>
                  </a:extLst>
                </a:gridCol>
                <a:gridCol w="1059385">
                  <a:extLst>
                    <a:ext uri="{9D8B030D-6E8A-4147-A177-3AD203B41FA5}">
                      <a16:colId xmlns:a16="http://schemas.microsoft.com/office/drawing/2014/main" val="3775807269"/>
                    </a:ext>
                  </a:extLst>
                </a:gridCol>
                <a:gridCol w="1929302">
                  <a:extLst>
                    <a:ext uri="{9D8B030D-6E8A-4147-A177-3AD203B41FA5}">
                      <a16:colId xmlns:a16="http://schemas.microsoft.com/office/drawing/2014/main" val="1261626339"/>
                    </a:ext>
                  </a:extLst>
                </a:gridCol>
                <a:gridCol w="1929302">
                  <a:extLst>
                    <a:ext uri="{9D8B030D-6E8A-4147-A177-3AD203B41FA5}">
                      <a16:colId xmlns:a16="http://schemas.microsoft.com/office/drawing/2014/main" val="1657783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Candidate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Which Transactions?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Count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Support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5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Milk, Butter}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T4,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22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Milk,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T5,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42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Butter,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T2,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745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{Milk, Butter,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T3,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5694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61F0C3-407A-736F-0496-DD098530762E}"/>
              </a:ext>
            </a:extLst>
          </p:cNvPr>
          <p:cNvSpPr txBox="1"/>
          <p:nvPr/>
        </p:nvSpPr>
        <p:spPr>
          <a:xfrm>
            <a:off x="786198" y="4661915"/>
            <a:ext cx="60949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Let's Verify One Example:</a:t>
            </a:r>
          </a:p>
          <a:p>
            <a:pPr>
              <a:buNone/>
            </a:pPr>
            <a:r>
              <a:rPr lang="en-US" sz="1400" b="1" dirty="0"/>
              <a:t>{Bread, Milk, Butter} appears in:</a:t>
            </a:r>
            <a:endParaRPr lang="en-US" sz="1400" dirty="0"/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b="1" dirty="0"/>
              <a:t>T4:</a:t>
            </a:r>
            <a:r>
              <a:rPr lang="en-US" sz="1400" dirty="0"/>
              <a:t> {Bread, Milk, Butter} ✓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b="1" dirty="0"/>
              <a:t>T9:</a:t>
            </a:r>
            <a:r>
              <a:rPr lang="en-US" sz="1400" dirty="0"/>
              <a:t> {Bread, Milk, Butter, Cheese} ✓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dirty="0"/>
              <a:t>Count: 2 transactions out of 10 = 20% support</a:t>
            </a:r>
          </a:p>
          <a:p>
            <a:pPr>
              <a:buNone/>
            </a:pPr>
            <a:r>
              <a:rPr lang="en-US" sz="1400" b="1" dirty="0"/>
              <a:t>Result: L₃ = {} (Empty Set)</a:t>
            </a:r>
          </a:p>
          <a:p>
            <a:pPr>
              <a:buNone/>
            </a:pPr>
            <a:r>
              <a:rPr lang="en-US" sz="1400" b="1" dirty="0"/>
              <a:t>No 3-itemsets meet our 30% minimum support threshold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Algorithm Terminates</a:t>
            </a:r>
          </a:p>
          <a:p>
            <a:r>
              <a:rPr lang="en-US" sz="1400" dirty="0"/>
              <a:t>Cannot generate any 4-itemsets since L₃ is empty</a:t>
            </a:r>
          </a:p>
        </p:txBody>
      </p:sp>
    </p:spTree>
    <p:extLst>
      <p:ext uri="{BB962C8B-B14F-4D97-AF65-F5344CB8AC3E}">
        <p14:creationId xmlns:p14="http://schemas.microsoft.com/office/powerpoint/2010/main" val="1701005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61DE-86E2-53BD-421C-CF1BF180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758F-9395-8D8F-8AEF-5C1A86D3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Generate Association Rules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E598BF-6790-5FF3-2153-65E216619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4449"/>
            <a:ext cx="6630325" cy="4686954"/>
          </a:xfrm>
        </p:spPr>
      </p:pic>
    </p:spTree>
    <p:extLst>
      <p:ext uri="{BB962C8B-B14F-4D97-AF65-F5344CB8AC3E}">
        <p14:creationId xmlns:p14="http://schemas.microsoft.com/office/powerpoint/2010/main" val="971215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D798-EA98-FDB0-216D-0566DDB2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750B-9646-542B-A26E-A3F5471B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Rule Ranking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3A1BF-7DE9-3DB4-F17D-094DF81D6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9032"/>
            <a:ext cx="6782747" cy="4858428"/>
          </a:xfrm>
        </p:spPr>
      </p:pic>
    </p:spTree>
    <p:extLst>
      <p:ext uri="{BB962C8B-B14F-4D97-AF65-F5344CB8AC3E}">
        <p14:creationId xmlns:p14="http://schemas.microsoft.com/office/powerpoint/2010/main" val="418550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D778-932F-3D8F-FB4A-9F79D0E8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4AF3-E1E3-51A4-1EE7-88E363D5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Each Metric Was Essential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4C45F-4688-FBA0-DEB2-A1CC6457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Support Eliminated Rare Patterns</a:t>
            </a:r>
          </a:p>
          <a:p>
            <a:r>
              <a:rPr lang="en-US" sz="1800" b="1" dirty="0"/>
              <a:t>{Eggs, Yogurt}:</a:t>
            </a:r>
            <a:r>
              <a:rPr lang="en-US" sz="1800" dirty="0"/>
              <a:t> Only 10% support → Too rare to be reliable</a:t>
            </a:r>
          </a:p>
          <a:p>
            <a:r>
              <a:rPr lang="en-US" sz="1800" b="1" dirty="0"/>
              <a:t>{Bread, Yogurt}:</a:t>
            </a:r>
            <a:r>
              <a:rPr lang="en-US" sz="1800" dirty="0"/>
              <a:t> 0% support → Strong negative correlation discovered</a:t>
            </a:r>
          </a:p>
          <a:p>
            <a:pPr marL="0" indent="0">
              <a:buNone/>
            </a:pPr>
            <a:r>
              <a:rPr lang="en-US" sz="1800" b="1" dirty="0"/>
              <a:t>Confidence Revealed Direction</a:t>
            </a:r>
          </a:p>
          <a:p>
            <a:r>
              <a:rPr lang="en-US" sz="1800" b="1" dirty="0"/>
              <a:t>{Butter} → {Cheese}:</a:t>
            </a:r>
            <a:r>
              <a:rPr lang="en-US" sz="1800" dirty="0"/>
              <a:t> 80% confidence</a:t>
            </a:r>
          </a:p>
          <a:p>
            <a:r>
              <a:rPr lang="en-US" sz="1800" b="1" dirty="0"/>
              <a:t>{Cheese} → {Butter}:</a:t>
            </a:r>
            <a:r>
              <a:rPr lang="en-US" sz="1800" dirty="0"/>
              <a:t> 67% confidence</a:t>
            </a:r>
          </a:p>
          <a:p>
            <a:r>
              <a:rPr lang="en-US" sz="1800" b="1" dirty="0"/>
              <a:t>Action:</a:t>
            </a:r>
            <a:r>
              <a:rPr lang="en-US" sz="1800" dirty="0"/>
              <a:t> Prioritize cheese recommendations to butter buyers</a:t>
            </a:r>
          </a:p>
          <a:p>
            <a:pPr marL="0" indent="0">
              <a:buNone/>
            </a:pPr>
            <a:r>
              <a:rPr lang="en-US" sz="1800" b="1" dirty="0"/>
              <a:t>Lift Identified True Correlations</a:t>
            </a:r>
          </a:p>
          <a:p>
            <a:r>
              <a:rPr lang="en-US" sz="1800" b="1" dirty="0"/>
              <a:t>{Cheese} → {Yogurt}:</a:t>
            </a:r>
            <a:r>
              <a:rPr lang="en-US" sz="1800" dirty="0"/>
              <a:t> 67% confidence seems modest</a:t>
            </a:r>
          </a:p>
          <a:p>
            <a:r>
              <a:rPr lang="en-US" sz="1800" b="1" dirty="0"/>
              <a:t>But lift = 2.22:</a:t>
            </a:r>
            <a:r>
              <a:rPr lang="en-US" sz="1800" dirty="0"/>
              <a:t> Cheese buyers are 122% more likely to buy yogurt!</a:t>
            </a:r>
          </a:p>
          <a:p>
            <a:r>
              <a:rPr lang="en-US" sz="1800" b="1" dirty="0"/>
              <a:t>Insight:</a:t>
            </a:r>
            <a:r>
              <a:rPr lang="en-US" sz="1800" dirty="0"/>
              <a:t> This is actually a very strong relationship</a:t>
            </a:r>
          </a:p>
          <a:p>
            <a:pPr marL="0" indent="0">
              <a:buNone/>
            </a:pPr>
            <a:r>
              <a:rPr lang="en-US" sz="1800" b="1" dirty="0"/>
              <a:t>Combined Power</a:t>
            </a:r>
          </a:p>
          <a:p>
            <a:r>
              <a:rPr lang="en-US" sz="1800" b="1" dirty="0"/>
              <a:t>Without all three metrics, we would miss the strongest business opportunities and waste resources on weak relationships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4287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E6A36-4977-68E7-5929-2D6921FE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62A6-11CE-742F-158C-A42394899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Complexity and Limitations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A40AEE-6124-E0FB-0451-C4AC74804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351"/>
            <a:ext cx="6820852" cy="4820323"/>
          </a:xfrm>
        </p:spPr>
      </p:pic>
    </p:spTree>
    <p:extLst>
      <p:ext uri="{BB962C8B-B14F-4D97-AF65-F5344CB8AC3E}">
        <p14:creationId xmlns:p14="http://schemas.microsoft.com/office/powerpoint/2010/main" val="3868612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AB86-FFBC-2C66-A6A3-6335B5EE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4683-572D-0805-78B9-6FC5306B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21A7-8329-7CE1-AE2A-64DF32A91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FP-Growth</a:t>
            </a:r>
          </a:p>
          <a:p>
            <a:r>
              <a:rPr lang="en-US" b="1" dirty="0"/>
              <a:t>Advantage:</a:t>
            </a:r>
            <a:r>
              <a:rPr lang="en-US" dirty="0"/>
              <a:t> Only 2 database scans</a:t>
            </a:r>
          </a:p>
          <a:p>
            <a:r>
              <a:rPr lang="en-US" b="1" dirty="0"/>
              <a:t>Method:</a:t>
            </a:r>
            <a:r>
              <a:rPr lang="en-US" dirty="0"/>
              <a:t> Compact FP-tree data structure</a:t>
            </a:r>
          </a:p>
          <a:p>
            <a:r>
              <a:rPr lang="en-US" b="1" dirty="0"/>
              <a:t>Best for:</a:t>
            </a:r>
            <a:r>
              <a:rPr lang="en-US" dirty="0"/>
              <a:t> Dense datasets, low support thresholds</a:t>
            </a:r>
          </a:p>
          <a:p>
            <a:pPr marL="0" indent="0">
              <a:buNone/>
            </a:pPr>
            <a:r>
              <a:rPr lang="en-US" b="1" dirty="0"/>
              <a:t>ECLAT</a:t>
            </a:r>
          </a:p>
          <a:p>
            <a:r>
              <a:rPr lang="en-US" b="1" dirty="0"/>
              <a:t>Advantage:</a:t>
            </a:r>
            <a:r>
              <a:rPr lang="en-US" dirty="0"/>
              <a:t> Vertical data representation</a:t>
            </a:r>
          </a:p>
          <a:p>
            <a:r>
              <a:rPr lang="en-US" b="1" dirty="0"/>
              <a:t>Method:</a:t>
            </a:r>
            <a:r>
              <a:rPr lang="en-US" dirty="0"/>
              <a:t> Set intersection operations</a:t>
            </a:r>
          </a:p>
          <a:p>
            <a:r>
              <a:rPr lang="en-US" b="1" dirty="0"/>
              <a:t>Best for:</a:t>
            </a:r>
            <a:r>
              <a:rPr lang="en-US" dirty="0"/>
              <a:t> Sparse datasets, many unique items</a:t>
            </a:r>
          </a:p>
          <a:p>
            <a:pPr marL="0" indent="0">
              <a:buNone/>
            </a:pPr>
            <a:r>
              <a:rPr lang="en-US" b="1" dirty="0"/>
              <a:t>Modern Approaches</a:t>
            </a:r>
          </a:p>
          <a:p>
            <a:r>
              <a:rPr lang="en-US" b="1" dirty="0"/>
              <a:t>Parallel processing:</a:t>
            </a:r>
            <a:r>
              <a:rPr lang="en-US" dirty="0"/>
              <a:t> Distributed </a:t>
            </a:r>
            <a:r>
              <a:rPr lang="en-US" dirty="0" err="1"/>
              <a:t>Apriori</a:t>
            </a:r>
            <a:r>
              <a:rPr lang="en-US" dirty="0"/>
              <a:t> implementations</a:t>
            </a:r>
          </a:p>
          <a:p>
            <a:r>
              <a:rPr lang="en-US" b="1" dirty="0"/>
              <a:t>Approximate algorithms:</a:t>
            </a:r>
            <a:r>
              <a:rPr lang="en-US" dirty="0"/>
              <a:t> Trade accuracy for speed</a:t>
            </a:r>
          </a:p>
          <a:p>
            <a:r>
              <a:rPr lang="en-US" b="1" dirty="0"/>
              <a:t>Streaming algorithms:</a:t>
            </a:r>
            <a:r>
              <a:rPr lang="en-US" dirty="0"/>
              <a:t> Handle continuous data 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049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01C0-1FAA-742A-D108-7CC72DF3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4C29-6D7C-AE29-01AA-994C3A8E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Business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B888-1F02-5261-6CAA-AAFBAC75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51519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Supermarket Chain Strategy</a:t>
            </a:r>
          </a:p>
          <a:p>
            <a:pPr marL="0" indent="0">
              <a:buNone/>
            </a:pPr>
            <a:r>
              <a:rPr lang="en-US" b="1" dirty="0"/>
              <a:t>Discovered Rules:</a:t>
            </a:r>
            <a:endParaRPr lang="en-US" dirty="0"/>
          </a:p>
          <a:p>
            <a:r>
              <a:rPr lang="en-US" dirty="0"/>
              <a:t>{Yogurt} → {Cheese} (100% confidence, 1.67 lift)</a:t>
            </a:r>
          </a:p>
          <a:p>
            <a:r>
              <a:rPr lang="en-US" dirty="0"/>
              <a:t>{Butter} → {Cheese} (80% confidence, 1.33 lift)</a:t>
            </a:r>
          </a:p>
          <a:p>
            <a:pPr marL="0" indent="0">
              <a:buNone/>
            </a:pPr>
            <a:r>
              <a:rPr lang="en-US" b="1" dirty="0"/>
              <a:t>Business Actions:</a:t>
            </a:r>
            <a:endParaRPr lang="en-US" dirty="0"/>
          </a:p>
          <a:p>
            <a:r>
              <a:rPr lang="en-US" dirty="0"/>
              <a:t>Place cheese display near yogurt section</a:t>
            </a:r>
          </a:p>
          <a:p>
            <a:r>
              <a:rPr lang="en-US" dirty="0"/>
              <a:t>Create butter-cheese bundle promotions</a:t>
            </a:r>
          </a:p>
          <a:p>
            <a:r>
              <a:rPr lang="en-US" dirty="0"/>
              <a:t>Stock cheese heavily when yogurt sales increase</a:t>
            </a:r>
          </a:p>
          <a:p>
            <a:pPr marL="0" indent="0">
              <a:buNone/>
            </a:pPr>
            <a:r>
              <a:rPr lang="en-US" b="1" dirty="0"/>
              <a:t>E-commerce Recommendations</a:t>
            </a:r>
          </a:p>
          <a:p>
            <a:pPr marL="0" indent="0">
              <a:buNone/>
            </a:pPr>
            <a:r>
              <a:rPr lang="en-US" b="1" dirty="0"/>
              <a:t>Discovered Rules:</a:t>
            </a:r>
            <a:endParaRPr lang="en-US" dirty="0"/>
          </a:p>
          <a:p>
            <a:r>
              <a:rPr lang="en-US" dirty="0"/>
              <a:t>{Milk} → {Bread} (80% confidence, 1.33 lift)</a:t>
            </a:r>
          </a:p>
          <a:p>
            <a:pPr marL="0" indent="0">
              <a:buNone/>
            </a:pPr>
            <a:r>
              <a:rPr lang="en-US" b="1" dirty="0"/>
              <a:t>Implementation:</a:t>
            </a:r>
            <a:endParaRPr lang="en-US" dirty="0"/>
          </a:p>
          <a:p>
            <a:r>
              <a:rPr lang="en-US" dirty="0"/>
              <a:t>"Customers who bought milk also bought bread"</a:t>
            </a:r>
          </a:p>
          <a:p>
            <a:r>
              <a:rPr lang="en-US" dirty="0"/>
              <a:t>Automatic cross-sell suggestions</a:t>
            </a:r>
          </a:p>
          <a:p>
            <a:r>
              <a:rPr lang="en-US" dirty="0"/>
              <a:t>Email marketing campaigns</a:t>
            </a:r>
          </a:p>
          <a:p>
            <a:pPr marL="0" indent="0">
              <a:buNone/>
            </a:pPr>
            <a:r>
              <a:rPr lang="en-US" b="1" dirty="0"/>
              <a:t>Inventory Management</a:t>
            </a:r>
          </a:p>
          <a:p>
            <a:pPr marL="0" indent="0">
              <a:buNone/>
            </a:pPr>
            <a:r>
              <a:rPr lang="en-US" b="1" dirty="0"/>
              <a:t>Negative Correlations:</a:t>
            </a:r>
            <a:endParaRPr lang="en-US" dirty="0"/>
          </a:p>
          <a:p>
            <a:r>
              <a:rPr lang="en-US" dirty="0"/>
              <a:t>{Bread, Yogurt} (0% support)</a:t>
            </a:r>
          </a:p>
          <a:p>
            <a:pPr marL="0" indent="0">
              <a:buNone/>
            </a:pPr>
            <a:r>
              <a:rPr lang="en-US" b="1" dirty="0"/>
              <a:t>Insight:</a:t>
            </a:r>
            <a:r>
              <a:rPr lang="en-US" dirty="0"/>
              <a:t> Customers segment into different dietary preferences </a:t>
            </a:r>
            <a:r>
              <a:rPr lang="en-US" b="1" dirty="0"/>
              <a:t>Action:</a:t>
            </a:r>
            <a:r>
              <a:rPr lang="en-US" dirty="0"/>
              <a:t> Separate promotional campaigns for different customer segments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62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452A-AFC1-9C73-6E6C-42E1CF1D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A585-EDCB-F1BF-BAB5-C873A3EB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BA1D-3C2D-C2D5-1430-28D57D310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What We Learned</a:t>
            </a:r>
          </a:p>
          <a:p>
            <a:r>
              <a:rPr lang="en-US" b="1" dirty="0"/>
              <a:t>Support</a:t>
            </a:r>
            <a:r>
              <a:rPr lang="en-US" dirty="0"/>
              <a:t> filters rare, unreliable patterns</a:t>
            </a:r>
          </a:p>
          <a:p>
            <a:r>
              <a:rPr lang="en-US" b="1" dirty="0"/>
              <a:t>Confidence</a:t>
            </a:r>
            <a:r>
              <a:rPr lang="en-US" dirty="0"/>
              <a:t> reveals directional strength and asymmetry</a:t>
            </a:r>
          </a:p>
          <a:p>
            <a:r>
              <a:rPr lang="en-US" b="1" dirty="0"/>
              <a:t>Lift</a:t>
            </a:r>
            <a:r>
              <a:rPr lang="en-US" dirty="0"/>
              <a:t> distinguishes real correlation from coincidence</a:t>
            </a:r>
          </a:p>
          <a:p>
            <a:r>
              <a:rPr lang="en-US" b="1" dirty="0"/>
              <a:t>All three metrics together</a:t>
            </a:r>
            <a:r>
              <a:rPr lang="en-US" dirty="0"/>
              <a:t> prevent false insights</a:t>
            </a:r>
          </a:p>
          <a:p>
            <a:pPr marL="0" indent="0">
              <a:buNone/>
            </a:pPr>
            <a:r>
              <a:rPr lang="en-US" b="1" dirty="0"/>
              <a:t>Algorithm Insights</a:t>
            </a:r>
          </a:p>
          <a:p>
            <a:r>
              <a:rPr lang="en-US" b="1" dirty="0" err="1"/>
              <a:t>Apriori</a:t>
            </a:r>
            <a:r>
              <a:rPr lang="en-US" b="1" dirty="0"/>
              <a:t> property</a:t>
            </a:r>
            <a:r>
              <a:rPr lang="en-US" dirty="0"/>
              <a:t> enables efficient search space pruning</a:t>
            </a:r>
          </a:p>
          <a:p>
            <a:r>
              <a:rPr lang="en-US" b="1" dirty="0"/>
              <a:t>Multiple database scans</a:t>
            </a:r>
            <a:r>
              <a:rPr lang="en-US" dirty="0"/>
              <a:t> are the main performance bottleneck</a:t>
            </a:r>
          </a:p>
          <a:p>
            <a:r>
              <a:rPr lang="en-US" b="1" dirty="0"/>
              <a:t>Parameter tuning</a:t>
            </a:r>
            <a:r>
              <a:rPr lang="en-US" dirty="0"/>
              <a:t> dramatically affects both performance and results</a:t>
            </a:r>
          </a:p>
          <a:p>
            <a:pPr marL="0" indent="0">
              <a:buNone/>
            </a:pPr>
            <a:r>
              <a:rPr lang="en-US" b="1" dirty="0"/>
              <a:t>Business Value</a:t>
            </a:r>
          </a:p>
          <a:p>
            <a:r>
              <a:rPr lang="en-US" b="1" dirty="0"/>
              <a:t>Actionable insights</a:t>
            </a:r>
            <a:r>
              <a:rPr lang="en-US" dirty="0"/>
              <a:t> for cross-selling and recommendations</a:t>
            </a:r>
          </a:p>
          <a:p>
            <a:r>
              <a:rPr lang="en-US" b="1" dirty="0"/>
              <a:t>Customer behavior understanding</a:t>
            </a:r>
            <a:r>
              <a:rPr lang="en-US" dirty="0"/>
              <a:t> beyond simple popularity</a:t>
            </a:r>
          </a:p>
          <a:p>
            <a:r>
              <a:rPr lang="en-US" b="1" dirty="0"/>
              <a:t>Data-driven decisions</a:t>
            </a:r>
            <a:r>
              <a:rPr lang="en-US" dirty="0"/>
              <a:t> for product placement and marketing</a:t>
            </a:r>
          </a:p>
          <a:p>
            <a:pPr marL="0" indent="0">
              <a:buNone/>
            </a:pPr>
            <a:r>
              <a:rPr lang="en-US" b="1" dirty="0"/>
              <a:t>Critical Success Factors</a:t>
            </a:r>
          </a:p>
          <a:p>
            <a:r>
              <a:rPr lang="en-US" b="1" dirty="0"/>
              <a:t>Domain expertise</a:t>
            </a:r>
            <a:r>
              <a:rPr lang="en-US" dirty="0"/>
              <a:t> to interpret and validate rules</a:t>
            </a:r>
          </a:p>
          <a:p>
            <a:r>
              <a:rPr lang="en-US" b="1" dirty="0"/>
              <a:t>Proper preprocessing</a:t>
            </a:r>
            <a:r>
              <a:rPr lang="en-US" dirty="0"/>
              <a:t> to clean and prepare data</a:t>
            </a:r>
          </a:p>
          <a:p>
            <a:r>
              <a:rPr lang="en-US" b="1" dirty="0"/>
              <a:t>Continuous monitoring</a:t>
            </a:r>
            <a:r>
              <a:rPr lang="en-US" dirty="0"/>
              <a:t> to ensure rules remain relevant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1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DA21-E83E-856F-D737-F1A1067A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F853-FCD3-A579-AEB9-A648F1DB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Next Steps &amp; Advanced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DEE9-89C5-A926-94A5-CAA66B30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Immediate Applications</a:t>
            </a:r>
          </a:p>
          <a:p>
            <a:r>
              <a:rPr lang="en-US" b="1" dirty="0"/>
              <a:t>Implement basic </a:t>
            </a:r>
            <a:r>
              <a:rPr lang="en-US" b="1" dirty="0" err="1"/>
              <a:t>Apriori</a:t>
            </a:r>
            <a:r>
              <a:rPr lang="en-US" dirty="0"/>
              <a:t> on your own datasets</a:t>
            </a:r>
          </a:p>
          <a:p>
            <a:r>
              <a:rPr lang="en-US" b="1" dirty="0"/>
              <a:t>Experiment with thresholds</a:t>
            </a:r>
            <a:r>
              <a:rPr lang="en-US" dirty="0"/>
              <a:t> to understand trade-offs</a:t>
            </a:r>
          </a:p>
          <a:p>
            <a:r>
              <a:rPr lang="en-US" b="1" dirty="0"/>
              <a:t>Validate discovered rules</a:t>
            </a:r>
            <a:r>
              <a:rPr lang="en-US" dirty="0"/>
              <a:t> with domain experts</a:t>
            </a:r>
          </a:p>
          <a:p>
            <a:pPr marL="0" indent="0">
              <a:buNone/>
            </a:pPr>
            <a:r>
              <a:rPr lang="en-US" b="1" dirty="0"/>
              <a:t>Advanced Techniques</a:t>
            </a:r>
          </a:p>
          <a:p>
            <a:r>
              <a:rPr lang="en-US" b="1" dirty="0"/>
              <a:t>Sequential pattern mining:</a:t>
            </a:r>
            <a:r>
              <a:rPr lang="en-US" dirty="0"/>
              <a:t> Time-ordered associations</a:t>
            </a:r>
          </a:p>
          <a:p>
            <a:r>
              <a:rPr lang="en-US" b="1" dirty="0"/>
              <a:t>Multi-level associations:</a:t>
            </a:r>
            <a:r>
              <a:rPr lang="en-US" dirty="0"/>
              <a:t> Category hierarchies</a:t>
            </a:r>
          </a:p>
          <a:p>
            <a:r>
              <a:rPr lang="en-US" b="1" dirty="0"/>
              <a:t>Constraint-based mining:</a:t>
            </a:r>
            <a:r>
              <a:rPr lang="en-US" dirty="0"/>
              <a:t> User-specified business rules</a:t>
            </a:r>
          </a:p>
          <a:p>
            <a:pPr marL="0" indent="0">
              <a:buNone/>
            </a:pPr>
            <a:r>
              <a:rPr lang="en-US" b="1" dirty="0"/>
              <a:t>Modern Developments</a:t>
            </a:r>
          </a:p>
          <a:p>
            <a:r>
              <a:rPr lang="en-US" b="1" dirty="0"/>
              <a:t>Real-time association mining</a:t>
            </a:r>
            <a:r>
              <a:rPr lang="en-US" dirty="0"/>
              <a:t> for streaming data</a:t>
            </a:r>
          </a:p>
          <a:p>
            <a:r>
              <a:rPr lang="en-US" b="1" dirty="0"/>
              <a:t>Privacy-preserving techniques</a:t>
            </a:r>
            <a:r>
              <a:rPr lang="en-US" dirty="0"/>
              <a:t> for sensitive data</a:t>
            </a:r>
          </a:p>
          <a:p>
            <a:r>
              <a:rPr lang="en-US" b="1" dirty="0"/>
              <a:t>Deep learning approaches</a:t>
            </a:r>
            <a:r>
              <a:rPr lang="en-US" dirty="0"/>
              <a:t> for complex pattern discovery</a:t>
            </a:r>
          </a:p>
          <a:p>
            <a:pPr marL="0" indent="0">
              <a:buNone/>
            </a:pPr>
            <a:r>
              <a:rPr lang="en-US" b="1" dirty="0"/>
              <a:t>Tools to Explore</a:t>
            </a:r>
          </a:p>
          <a:p>
            <a:r>
              <a:rPr lang="en-US" b="1" dirty="0"/>
              <a:t>Python:</a:t>
            </a:r>
            <a:r>
              <a:rPr lang="en-US" dirty="0"/>
              <a:t> </a:t>
            </a:r>
            <a:r>
              <a:rPr lang="en-US" dirty="0" err="1"/>
              <a:t>mlxtend</a:t>
            </a:r>
            <a:r>
              <a:rPr lang="en-US" dirty="0"/>
              <a:t>, </a:t>
            </a:r>
            <a:r>
              <a:rPr lang="en-US" dirty="0" err="1"/>
              <a:t>apyori</a:t>
            </a:r>
            <a:r>
              <a:rPr lang="en-US" dirty="0"/>
              <a:t> libraries</a:t>
            </a:r>
          </a:p>
          <a:p>
            <a:r>
              <a:rPr lang="en-US" b="1" dirty="0"/>
              <a:t>R:</a:t>
            </a:r>
            <a:r>
              <a:rPr lang="en-US" dirty="0"/>
              <a:t> </a:t>
            </a:r>
            <a:r>
              <a:rPr lang="en-US" dirty="0" err="1"/>
              <a:t>arules</a:t>
            </a:r>
            <a:r>
              <a:rPr lang="en-US" dirty="0"/>
              <a:t>, </a:t>
            </a:r>
            <a:r>
              <a:rPr lang="en-US" dirty="0" err="1"/>
              <a:t>arulesViz</a:t>
            </a:r>
            <a:r>
              <a:rPr lang="en-US" dirty="0"/>
              <a:t> packages</a:t>
            </a:r>
          </a:p>
          <a:p>
            <a:r>
              <a:rPr lang="en-US" b="1" dirty="0"/>
              <a:t>Spark:</a:t>
            </a:r>
            <a:r>
              <a:rPr lang="en-US" dirty="0"/>
              <a:t> MLlib for large-scale mining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2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7667</TotalTime>
  <Words>3222</Words>
  <Application>Microsoft Office PowerPoint</Application>
  <PresentationFormat>Widescreen</PresentationFormat>
  <Paragraphs>521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307304 Data Mining</vt:lpstr>
      <vt:lpstr>Learning Objectives</vt:lpstr>
      <vt:lpstr>What Are We Actually Associating?</vt:lpstr>
      <vt:lpstr>Why Association Rules Matter</vt:lpstr>
      <vt:lpstr>Basic Terminology</vt:lpstr>
      <vt:lpstr>Support - "How Popular Is This Pattern?"</vt:lpstr>
      <vt:lpstr>Confidence - "How Reliable Is This Rule?"</vt:lpstr>
      <vt:lpstr>The Problem with Confidence Alone</vt:lpstr>
      <vt:lpstr>Lift - "Is This Really Meaningful?"</vt:lpstr>
      <vt:lpstr>Why Lift is Useful</vt:lpstr>
      <vt:lpstr>Lift Reveals True Relationships</vt:lpstr>
      <vt:lpstr>Why We Need All Three Metrics</vt:lpstr>
      <vt:lpstr>Apriori Algorithm Overview</vt:lpstr>
      <vt:lpstr>Apriori Algorithm Steps</vt:lpstr>
      <vt:lpstr>Iteration 1 - Find Frequent Items</vt:lpstr>
      <vt:lpstr>Iteration 2 - Find Frequent Pairs</vt:lpstr>
      <vt:lpstr>Iteration 2 Results</vt:lpstr>
      <vt:lpstr>Iteration 3 - Generate 3-itemset Candidates</vt:lpstr>
      <vt:lpstr>Iteration 3 - Count Actual Support in Database</vt:lpstr>
      <vt:lpstr>Generate Association Rules</vt:lpstr>
      <vt:lpstr>Final Rule Ranking</vt:lpstr>
      <vt:lpstr>Why Each Metric Was Essential</vt:lpstr>
      <vt:lpstr>Computational Complexity and Limitations</vt:lpstr>
      <vt:lpstr>Alternative Algorithms</vt:lpstr>
      <vt:lpstr>Practical Business Applications</vt:lpstr>
      <vt:lpstr>Summary &amp; Key Takeaways</vt:lpstr>
      <vt:lpstr>Next Steps &amp; Advanced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1116</cp:revision>
  <dcterms:created xsi:type="dcterms:W3CDTF">2023-03-26T11:17:23Z</dcterms:created>
  <dcterms:modified xsi:type="dcterms:W3CDTF">2025-06-04T07:45:39Z</dcterms:modified>
</cp:coreProperties>
</file>